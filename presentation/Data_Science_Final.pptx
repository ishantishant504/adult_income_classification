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 id="2147483681" r:id="rId2"/>
    <p:sldMasterId id="2147483682" r:id="rId3"/>
  </p:sldMasterIdLst>
  <p:notesMasterIdLst>
    <p:notesMasterId r:id="rId4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7" r:id="rId41"/>
    <p:sldId id="298" r:id="rId42"/>
    <p:sldId id="293" r:id="rId43"/>
    <p:sldId id="294" r:id="rId44"/>
    <p:sldId id="295" r:id="rId45"/>
    <p:sldId id="296" r:id="rId46"/>
  </p:sldIdLst>
  <p:sldSz cx="9144000" cy="5143500" type="screen16x9"/>
  <p:notesSz cx="6858000" cy="9144000"/>
  <p:embeddedFontLst>
    <p:embeddedFont>
      <p:font typeface="Lato" panose="020F0502020204030203" pitchFamily="34" charset="0"/>
      <p:regular r:id="rId48"/>
      <p:bold r:id="rId49"/>
    </p:embeddedFont>
    <p:embeddedFont>
      <p:font typeface="Raleway" pitchFamily="2" charset="0"/>
      <p:regular r:id="rId50"/>
      <p:bold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8743728-9FBD-4B8E-9F55-8127AA9A19A7}">
  <a:tblStyle styleId="{68743728-9FBD-4B8E-9F55-8127AA9A19A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300" y="8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viewProps" Target="view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font" Target="fonts/font1.fntdata"/><Relationship Id="rId8" Type="http://schemas.openxmlformats.org/officeDocument/2006/relationships/slide" Target="slides/slide5.xml"/><Relationship Id="rId51" Type="http://schemas.openxmlformats.org/officeDocument/2006/relationships/font" Target="fonts/font4.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e3e2d5da1b_0_96: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g3e3e2d5da1b_0_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e3e2d5da1b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3e3e2d5da1b_0_1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e3e2d5da1b_0_4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g3e3e2d5da1b_0_4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e3e2d5da1b_0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g3e3e2d5da1b_0_4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e3e2d5da1b_0_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g3e3e2d5da1b_0_5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e3e2d5da1b_0_6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e3e2d5da1b_0_69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g3e3e2d5da1b_0_693: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GB"/>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3e3e2d5da1b_0_7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3e3e2d5da1b_0_75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g3e3e2d5da1b_0_7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GB"/>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e3e2d5da1b_0_8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e3e2d5da1b_0_822: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g3e3e2d5da1b_0_8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GB"/>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e3e2d5da1b_0_8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e3e2d5da1b_0_88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g3e3e2d5da1b_0_8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GB"/>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3e3e2d5da1b_0_9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3e3e2d5da1b_0_95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g3e3e2d5da1b_0_9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GB"/>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e3e2d5da1b_0_10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e3e2d5da1b_0_101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5" name="Google Shape;295;g3e3e2d5da1b_0_10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Font typeface="Arial"/>
              <a:buNone/>
            </a:pPr>
            <a:fld id="{00000000-1234-1234-1234-123412341234}" type="slidenum">
              <a:rPr lang="en-GB"/>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e3e2d5da1b_0_10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g3e3e2d5da1b_0_10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e3e2d5da1b_0_11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e3e2d5da1b_0_113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g3e3e2d5da1b_0_11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fld id="{00000000-1234-1234-1234-123412341234}" type="slidenum">
              <a:rPr lang="en-GB"/>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3e3e2d5da1b_0_1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0" name="Google Shape;320;g3e3e2d5da1b_0_11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e3e2d5da1b_0_1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g3e3e2d5da1b_0_12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e3e2d5da1b_0_1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3e3e2d5da1b_0_13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e3e2d5da1b_0_13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6" name="Google Shape;346;g3e3e2d5da1b_0_13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3e3e2d5da1b_0_14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5" name="Google Shape;355;g3e3e2d5da1b_0_14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e3e2d5da1b_0_1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6" name="Google Shape;366;g3e3e2d5da1b_0_148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e3e2d5da1b_0_16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7" name="Google Shape;377;g3e3e2d5da1b_0_16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3e3ff8b3597_8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3e3ff8b3597_8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3e3ff8b3597_8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3e3ff8b3597_8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e3ff8b3597_2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3e3ff8b3597_2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3e3ff8b3597_2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3e3ff8b3597_2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e3ff8b3597_2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3e3ff8b3597_2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3e3ff8b3597_2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3e3ff8b3597_2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3e3ff8b3597_2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3e3ff8b3597_2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3e3ff8b3597_2_1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3e3ff8b3597_2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3e3ff8b3597_2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3e3ff8b3597_2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3e3ff8b3597_2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3e3ff8b3597_2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3e3ff8b3597_2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3e3ff8b3597_2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3e3ff8b3597_2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3e3ff8b3597_2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e3ff8b3597_2_1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3e3ff8b3597_2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g3e3ff8b3597_2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7" name="Google Shape;477;g3e3ff8b3597_2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3e3ff8b3597_2_1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3e3ff8b3597_2_1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3e3ff8b3597_2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3e3ff8b3597_2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3e3ff8b3597_2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3e3ff8b3597_2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a:extLst>
            <a:ext uri="{FF2B5EF4-FFF2-40B4-BE49-F238E27FC236}">
              <a16:creationId xmlns:a16="http://schemas.microsoft.com/office/drawing/2014/main" id="{DA05CBCE-8C4A-7F75-0077-15F6371A65BC}"/>
            </a:ext>
          </a:extLst>
        </p:cNvPr>
        <p:cNvGrpSpPr/>
        <p:nvPr/>
      </p:nvGrpSpPr>
      <p:grpSpPr>
        <a:xfrm>
          <a:off x="0" y="0"/>
          <a:ext cx="0" cy="0"/>
          <a:chOff x="0" y="0"/>
          <a:chExt cx="0" cy="0"/>
        </a:xfrm>
      </p:grpSpPr>
      <p:sp>
        <p:nvSpPr>
          <p:cNvPr id="497" name="Google Shape;497;g3e3ff8b3597_2_212:notes">
            <a:extLst>
              <a:ext uri="{FF2B5EF4-FFF2-40B4-BE49-F238E27FC236}">
                <a16:creationId xmlns:a16="http://schemas.microsoft.com/office/drawing/2014/main" id="{73BF56E2-CE51-8EFA-F251-56E8D6624D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3e3ff8b3597_2_212:notes">
            <a:extLst>
              <a:ext uri="{FF2B5EF4-FFF2-40B4-BE49-F238E27FC236}">
                <a16:creationId xmlns:a16="http://schemas.microsoft.com/office/drawing/2014/main" id="{6A2CAFEC-5524-BD5A-F482-7C1FAC290D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690137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a:extLst>
            <a:ext uri="{FF2B5EF4-FFF2-40B4-BE49-F238E27FC236}">
              <a16:creationId xmlns:a16="http://schemas.microsoft.com/office/drawing/2014/main" id="{D2A9613D-F251-BC5A-A05B-316CD331D05A}"/>
            </a:ext>
          </a:extLst>
        </p:cNvPr>
        <p:cNvGrpSpPr/>
        <p:nvPr/>
      </p:nvGrpSpPr>
      <p:grpSpPr>
        <a:xfrm>
          <a:off x="0" y="0"/>
          <a:ext cx="0" cy="0"/>
          <a:chOff x="0" y="0"/>
          <a:chExt cx="0" cy="0"/>
        </a:xfrm>
      </p:grpSpPr>
      <p:sp>
        <p:nvSpPr>
          <p:cNvPr id="497" name="Google Shape;497;g3e3ff8b3597_2_212:notes">
            <a:extLst>
              <a:ext uri="{FF2B5EF4-FFF2-40B4-BE49-F238E27FC236}">
                <a16:creationId xmlns:a16="http://schemas.microsoft.com/office/drawing/2014/main" id="{692F077F-96F6-C800-8E69-B5285BFC26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3e3ff8b3597_2_212:notes">
            <a:extLst>
              <a:ext uri="{FF2B5EF4-FFF2-40B4-BE49-F238E27FC236}">
                <a16:creationId xmlns:a16="http://schemas.microsoft.com/office/drawing/2014/main" id="{8561D888-BC73-C07F-9660-B2543D3576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97300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3e3ff8b3597_2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3e3ff8b3597_2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3e3ff8b3597_2_2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3e3ff8b3597_2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3e3ff8b3597_2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3e3ff8b3597_2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3e3ff8b3597_16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e3ff8b3597_16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1">
  <p:cSld name="Section title and description">
    <p:spTree>
      <p:nvGrpSpPr>
        <p:cNvPr id="1" name="Shape 50"/>
        <p:cNvGrpSpPr/>
        <p:nvPr/>
      </p:nvGrpSpPr>
      <p:grpSpPr>
        <a:xfrm>
          <a:off x="0" y="0"/>
          <a:ext cx="0" cy="0"/>
          <a:chOff x="0" y="0"/>
          <a:chExt cx="0" cy="0"/>
        </a:xfrm>
      </p:grpSpPr>
      <p:sp>
        <p:nvSpPr>
          <p:cNvPr id="51" name="Google Shape;51;p13"/>
          <p:cNvSpPr/>
          <p:nvPr/>
        </p:nvSpPr>
        <p:spPr>
          <a:xfrm>
            <a:off x="457200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cxnSp>
        <p:nvCxnSpPr>
          <p:cNvPr id="52" name="Google Shape;52;p13"/>
          <p:cNvCxnSpPr/>
          <p:nvPr/>
        </p:nvCxnSpPr>
        <p:spPr>
          <a:xfrm>
            <a:off x="5029675" y="4495500"/>
            <a:ext cx="468300" cy="0"/>
          </a:xfrm>
          <a:prstGeom prst="straightConnector1">
            <a:avLst/>
          </a:prstGeom>
          <a:noFill/>
          <a:ln w="14300" cap="flat" cmpd="sng">
            <a:solidFill>
              <a:schemeClr val="lt1"/>
            </a:solidFill>
            <a:prstDash val="solid"/>
            <a:round/>
            <a:headEnd type="none" w="sm" len="sm"/>
            <a:tailEnd type="none" w="sm" len="sm"/>
          </a:ln>
        </p:spPr>
      </p:cxnSp>
      <p:sp>
        <p:nvSpPr>
          <p:cNvPr id="53" name="Google Shape;53;p13"/>
          <p:cNvSpPr txBox="1">
            <a:spLocks noGrp="1"/>
          </p:cNvSpPr>
          <p:nvPr>
            <p:ph type="title"/>
          </p:nvPr>
        </p:nvSpPr>
        <p:spPr>
          <a:xfrm>
            <a:off x="265500" y="1397350"/>
            <a:ext cx="4045200" cy="1318200"/>
          </a:xfrm>
          <a:prstGeom prst="rect">
            <a:avLst/>
          </a:prstGeom>
          <a:noFill/>
          <a:ln>
            <a:noFill/>
          </a:ln>
        </p:spPr>
        <p:txBody>
          <a:bodyPr spcFirstLastPara="1" wrap="square" lIns="68575" tIns="68575" rIns="68575" bIns="68575" anchor="b" anchorCtr="0">
            <a:normAutofit/>
          </a:bodyPr>
          <a:lstStyle>
            <a:lvl1pPr lvl="0" algn="ctr">
              <a:lnSpc>
                <a:spcPct val="100000"/>
              </a:lnSpc>
              <a:spcBef>
                <a:spcPts val="0"/>
              </a:spcBef>
              <a:spcAft>
                <a:spcPts val="0"/>
              </a:spcAft>
              <a:buClr>
                <a:schemeClr val="dk1"/>
              </a:buClr>
              <a:buSzPts val="2700"/>
              <a:buNone/>
              <a:defRPr sz="3600">
                <a:solidFill>
                  <a:schemeClr val="dk1"/>
                </a:solidFill>
              </a:defRPr>
            </a:lvl1pPr>
            <a:lvl2pPr lvl="1" algn="ctr">
              <a:lnSpc>
                <a:spcPct val="100000"/>
              </a:lnSpc>
              <a:spcBef>
                <a:spcPts val="0"/>
              </a:spcBef>
              <a:spcAft>
                <a:spcPts val="0"/>
              </a:spcAft>
              <a:buClr>
                <a:schemeClr val="dk1"/>
              </a:buClr>
              <a:buSzPts val="2700"/>
              <a:buNone/>
              <a:defRPr sz="3600">
                <a:solidFill>
                  <a:schemeClr val="dk1"/>
                </a:solidFill>
              </a:defRPr>
            </a:lvl2pPr>
            <a:lvl3pPr lvl="2" algn="ctr">
              <a:lnSpc>
                <a:spcPct val="100000"/>
              </a:lnSpc>
              <a:spcBef>
                <a:spcPts val="0"/>
              </a:spcBef>
              <a:spcAft>
                <a:spcPts val="0"/>
              </a:spcAft>
              <a:buClr>
                <a:schemeClr val="dk1"/>
              </a:buClr>
              <a:buSzPts val="2700"/>
              <a:buNone/>
              <a:defRPr sz="3600">
                <a:solidFill>
                  <a:schemeClr val="dk1"/>
                </a:solidFill>
              </a:defRPr>
            </a:lvl3pPr>
            <a:lvl4pPr lvl="3" algn="ctr">
              <a:lnSpc>
                <a:spcPct val="100000"/>
              </a:lnSpc>
              <a:spcBef>
                <a:spcPts val="0"/>
              </a:spcBef>
              <a:spcAft>
                <a:spcPts val="0"/>
              </a:spcAft>
              <a:buClr>
                <a:schemeClr val="dk1"/>
              </a:buClr>
              <a:buSzPts val="2700"/>
              <a:buNone/>
              <a:defRPr sz="3600">
                <a:solidFill>
                  <a:schemeClr val="dk1"/>
                </a:solidFill>
              </a:defRPr>
            </a:lvl4pPr>
            <a:lvl5pPr lvl="4" algn="ctr">
              <a:lnSpc>
                <a:spcPct val="100000"/>
              </a:lnSpc>
              <a:spcBef>
                <a:spcPts val="0"/>
              </a:spcBef>
              <a:spcAft>
                <a:spcPts val="0"/>
              </a:spcAft>
              <a:buClr>
                <a:schemeClr val="dk1"/>
              </a:buClr>
              <a:buSzPts val="2700"/>
              <a:buNone/>
              <a:defRPr sz="3600">
                <a:solidFill>
                  <a:schemeClr val="dk1"/>
                </a:solidFill>
              </a:defRPr>
            </a:lvl5pPr>
            <a:lvl6pPr lvl="5" algn="ctr">
              <a:lnSpc>
                <a:spcPct val="100000"/>
              </a:lnSpc>
              <a:spcBef>
                <a:spcPts val="0"/>
              </a:spcBef>
              <a:spcAft>
                <a:spcPts val="0"/>
              </a:spcAft>
              <a:buClr>
                <a:schemeClr val="dk1"/>
              </a:buClr>
              <a:buSzPts val="2700"/>
              <a:buNone/>
              <a:defRPr sz="3600">
                <a:solidFill>
                  <a:schemeClr val="dk1"/>
                </a:solidFill>
              </a:defRPr>
            </a:lvl6pPr>
            <a:lvl7pPr lvl="6" algn="ctr">
              <a:lnSpc>
                <a:spcPct val="100000"/>
              </a:lnSpc>
              <a:spcBef>
                <a:spcPts val="0"/>
              </a:spcBef>
              <a:spcAft>
                <a:spcPts val="0"/>
              </a:spcAft>
              <a:buClr>
                <a:schemeClr val="dk1"/>
              </a:buClr>
              <a:buSzPts val="2700"/>
              <a:buNone/>
              <a:defRPr sz="3600">
                <a:solidFill>
                  <a:schemeClr val="dk1"/>
                </a:solidFill>
              </a:defRPr>
            </a:lvl7pPr>
            <a:lvl8pPr lvl="7" algn="ctr">
              <a:lnSpc>
                <a:spcPct val="100000"/>
              </a:lnSpc>
              <a:spcBef>
                <a:spcPts val="0"/>
              </a:spcBef>
              <a:spcAft>
                <a:spcPts val="0"/>
              </a:spcAft>
              <a:buClr>
                <a:schemeClr val="dk1"/>
              </a:buClr>
              <a:buSzPts val="2700"/>
              <a:buNone/>
              <a:defRPr sz="3600">
                <a:solidFill>
                  <a:schemeClr val="dk1"/>
                </a:solidFill>
              </a:defRPr>
            </a:lvl8pPr>
            <a:lvl9pPr lvl="8" algn="ctr">
              <a:lnSpc>
                <a:spcPct val="100000"/>
              </a:lnSpc>
              <a:spcBef>
                <a:spcPts val="0"/>
              </a:spcBef>
              <a:spcAft>
                <a:spcPts val="0"/>
              </a:spcAft>
              <a:buClr>
                <a:schemeClr val="dk1"/>
              </a:buClr>
              <a:buSzPts val="2700"/>
              <a:buNone/>
              <a:defRPr sz="3600">
                <a:solidFill>
                  <a:schemeClr val="dk1"/>
                </a:solidFill>
              </a:defRPr>
            </a:lvl9pPr>
          </a:lstStyle>
          <a:p>
            <a:endParaRPr/>
          </a:p>
        </p:txBody>
      </p:sp>
      <p:sp>
        <p:nvSpPr>
          <p:cNvPr id="54" name="Google Shape;54;p13"/>
          <p:cNvSpPr txBox="1">
            <a:spLocks noGrp="1"/>
          </p:cNvSpPr>
          <p:nvPr>
            <p:ph type="subTitle" idx="1"/>
          </p:nvPr>
        </p:nvSpPr>
        <p:spPr>
          <a:xfrm>
            <a:off x="265500" y="2735371"/>
            <a:ext cx="4045200" cy="1345500"/>
          </a:xfrm>
          <a:prstGeom prst="rect">
            <a:avLst/>
          </a:prstGeom>
          <a:noFill/>
          <a:ln>
            <a:noFill/>
          </a:ln>
        </p:spPr>
        <p:txBody>
          <a:bodyPr spcFirstLastPara="1" wrap="square" lIns="68575" tIns="68575" rIns="68575" bIns="68575" anchor="t" anchorCtr="0">
            <a:normAutofit/>
          </a:bodyPr>
          <a:lstStyle>
            <a:lvl1pPr lvl="0" algn="ctr">
              <a:lnSpc>
                <a:spcPct val="100000"/>
              </a:lnSpc>
              <a:spcBef>
                <a:spcPts val="0"/>
              </a:spcBef>
              <a:spcAft>
                <a:spcPts val="0"/>
              </a:spcAft>
              <a:buSzPts val="1600"/>
              <a:buNone/>
              <a:defRPr sz="2100"/>
            </a:lvl1pPr>
            <a:lvl2pPr lvl="1" algn="ctr">
              <a:lnSpc>
                <a:spcPct val="100000"/>
              </a:lnSpc>
              <a:spcBef>
                <a:spcPts val="0"/>
              </a:spcBef>
              <a:spcAft>
                <a:spcPts val="0"/>
              </a:spcAft>
              <a:buSzPts val="1600"/>
              <a:buNone/>
              <a:defRPr sz="2100"/>
            </a:lvl2pPr>
            <a:lvl3pPr lvl="2" algn="ctr">
              <a:lnSpc>
                <a:spcPct val="100000"/>
              </a:lnSpc>
              <a:spcBef>
                <a:spcPts val="0"/>
              </a:spcBef>
              <a:spcAft>
                <a:spcPts val="0"/>
              </a:spcAft>
              <a:buSzPts val="1600"/>
              <a:buNone/>
              <a:defRPr sz="2100"/>
            </a:lvl3pPr>
            <a:lvl4pPr lvl="3" algn="ctr">
              <a:lnSpc>
                <a:spcPct val="100000"/>
              </a:lnSpc>
              <a:spcBef>
                <a:spcPts val="0"/>
              </a:spcBef>
              <a:spcAft>
                <a:spcPts val="0"/>
              </a:spcAft>
              <a:buSzPts val="1600"/>
              <a:buNone/>
              <a:defRPr sz="2100"/>
            </a:lvl4pPr>
            <a:lvl5pPr lvl="4" algn="ctr">
              <a:lnSpc>
                <a:spcPct val="100000"/>
              </a:lnSpc>
              <a:spcBef>
                <a:spcPts val="0"/>
              </a:spcBef>
              <a:spcAft>
                <a:spcPts val="0"/>
              </a:spcAft>
              <a:buSzPts val="1600"/>
              <a:buNone/>
              <a:defRPr sz="2100"/>
            </a:lvl5pPr>
            <a:lvl6pPr lvl="5" algn="ctr">
              <a:lnSpc>
                <a:spcPct val="100000"/>
              </a:lnSpc>
              <a:spcBef>
                <a:spcPts val="0"/>
              </a:spcBef>
              <a:spcAft>
                <a:spcPts val="0"/>
              </a:spcAft>
              <a:buSzPts val="1600"/>
              <a:buNone/>
              <a:defRPr sz="2100"/>
            </a:lvl6pPr>
            <a:lvl7pPr lvl="6" algn="ctr">
              <a:lnSpc>
                <a:spcPct val="100000"/>
              </a:lnSpc>
              <a:spcBef>
                <a:spcPts val="0"/>
              </a:spcBef>
              <a:spcAft>
                <a:spcPts val="0"/>
              </a:spcAft>
              <a:buSzPts val="1600"/>
              <a:buNone/>
              <a:defRPr sz="2100"/>
            </a:lvl7pPr>
            <a:lvl8pPr lvl="7" algn="ctr">
              <a:lnSpc>
                <a:spcPct val="100000"/>
              </a:lnSpc>
              <a:spcBef>
                <a:spcPts val="0"/>
              </a:spcBef>
              <a:spcAft>
                <a:spcPts val="0"/>
              </a:spcAft>
              <a:buSzPts val="1600"/>
              <a:buNone/>
              <a:defRPr sz="2100"/>
            </a:lvl8pPr>
            <a:lvl9pPr lvl="8" algn="ctr">
              <a:lnSpc>
                <a:spcPct val="100000"/>
              </a:lnSpc>
              <a:spcBef>
                <a:spcPts val="0"/>
              </a:spcBef>
              <a:spcAft>
                <a:spcPts val="0"/>
              </a:spcAft>
              <a:buSzPts val="1600"/>
              <a:buNone/>
              <a:defRPr sz="2100"/>
            </a:lvl9pPr>
          </a:lstStyle>
          <a:p>
            <a:endParaRPr/>
          </a:p>
        </p:txBody>
      </p:sp>
      <p:sp>
        <p:nvSpPr>
          <p:cNvPr id="55" name="Google Shape;55;p13"/>
          <p:cNvSpPr txBox="1">
            <a:spLocks noGrp="1"/>
          </p:cNvSpPr>
          <p:nvPr>
            <p:ph type="body" idx="2"/>
          </p:nvPr>
        </p:nvSpPr>
        <p:spPr>
          <a:xfrm>
            <a:off x="4939500" y="724200"/>
            <a:ext cx="3837000" cy="3695100"/>
          </a:xfrm>
          <a:prstGeom prst="rect">
            <a:avLst/>
          </a:prstGeom>
          <a:noFill/>
          <a:ln>
            <a:noFill/>
          </a:ln>
        </p:spPr>
        <p:txBody>
          <a:bodyPr spcFirstLastPara="1" wrap="square" lIns="68575" tIns="68575" rIns="68575" bIns="68575" anchor="ctr" anchorCtr="0">
            <a:normAutofit/>
          </a:bodyPr>
          <a:lstStyle>
            <a:lvl1pPr marL="457200" lvl="0" indent="-317500" algn="l">
              <a:lnSpc>
                <a:spcPct val="115000"/>
              </a:lnSpc>
              <a:spcBef>
                <a:spcPts val="0"/>
              </a:spcBef>
              <a:spcAft>
                <a:spcPts val="0"/>
              </a:spcAft>
              <a:buClr>
                <a:schemeClr val="lt1"/>
              </a:buClr>
              <a:buSzPts val="14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56" name="Google Shape;56;p13"/>
          <p:cNvSpPr txBox="1">
            <a:spLocks noGrp="1"/>
          </p:cNvSpPr>
          <p:nvPr>
            <p:ph type="sldNum" idx="12"/>
          </p:nvPr>
        </p:nvSpPr>
        <p:spPr>
          <a:xfrm>
            <a:off x="8497999" y="4688759"/>
            <a:ext cx="548700" cy="393600"/>
          </a:xfrm>
          <a:prstGeom prst="rect">
            <a:avLst/>
          </a:prstGeom>
          <a:noFill/>
          <a:ln>
            <a:noFill/>
          </a:ln>
        </p:spPr>
        <p:txBody>
          <a:bodyPr spcFirstLastPara="1" wrap="square" lIns="68575" tIns="68575" rIns="68575" bIns="68575" anchor="ctr" anchorCtr="0">
            <a:normAutofit/>
          </a:bodyPr>
          <a:lstStyle>
            <a:lvl1pPr marL="0" lvl="0" indent="0" algn="r">
              <a:buClr>
                <a:schemeClr val="lt1"/>
              </a:buClr>
              <a:buSzPts val="1000"/>
              <a:buFont typeface="Lato"/>
              <a:buNone/>
              <a:defRPr sz="1000">
                <a:solidFill>
                  <a:schemeClr val="lt1"/>
                </a:solidFill>
                <a:latin typeface="Lato"/>
                <a:ea typeface="Lato"/>
                <a:cs typeface="Lato"/>
                <a:sym typeface="Lato"/>
              </a:defRPr>
            </a:lvl1pPr>
            <a:lvl2pPr marL="0" lvl="1" indent="0" algn="r">
              <a:buClr>
                <a:schemeClr val="lt1"/>
              </a:buClr>
              <a:buSzPts val="1000"/>
              <a:buFont typeface="Lato"/>
              <a:buNone/>
              <a:defRPr sz="1000">
                <a:solidFill>
                  <a:schemeClr val="lt1"/>
                </a:solidFill>
                <a:latin typeface="Lato"/>
                <a:ea typeface="Lato"/>
                <a:cs typeface="Lato"/>
                <a:sym typeface="Lato"/>
              </a:defRPr>
            </a:lvl2pPr>
            <a:lvl3pPr marL="0" lvl="2" indent="0" algn="r">
              <a:buClr>
                <a:schemeClr val="lt1"/>
              </a:buClr>
              <a:buSzPts val="1000"/>
              <a:buFont typeface="Lato"/>
              <a:buNone/>
              <a:defRPr sz="1000">
                <a:solidFill>
                  <a:schemeClr val="lt1"/>
                </a:solidFill>
                <a:latin typeface="Lato"/>
                <a:ea typeface="Lato"/>
                <a:cs typeface="Lato"/>
                <a:sym typeface="Lato"/>
              </a:defRPr>
            </a:lvl3pPr>
            <a:lvl4pPr marL="0" lvl="3" indent="0" algn="r">
              <a:buClr>
                <a:schemeClr val="lt1"/>
              </a:buClr>
              <a:buSzPts val="1000"/>
              <a:buFont typeface="Lato"/>
              <a:buNone/>
              <a:defRPr sz="1000">
                <a:solidFill>
                  <a:schemeClr val="lt1"/>
                </a:solidFill>
                <a:latin typeface="Lato"/>
                <a:ea typeface="Lato"/>
                <a:cs typeface="Lato"/>
                <a:sym typeface="Lato"/>
              </a:defRPr>
            </a:lvl4pPr>
            <a:lvl5pPr marL="0" lvl="4" indent="0" algn="r">
              <a:buClr>
                <a:schemeClr val="lt1"/>
              </a:buClr>
              <a:buSzPts val="1000"/>
              <a:buFont typeface="Lato"/>
              <a:buNone/>
              <a:defRPr sz="1000">
                <a:solidFill>
                  <a:schemeClr val="lt1"/>
                </a:solidFill>
                <a:latin typeface="Lato"/>
                <a:ea typeface="Lato"/>
                <a:cs typeface="Lato"/>
                <a:sym typeface="Lato"/>
              </a:defRPr>
            </a:lvl5pPr>
            <a:lvl6pPr marL="0" lvl="5" indent="0" algn="r">
              <a:buClr>
                <a:schemeClr val="lt1"/>
              </a:buClr>
              <a:buSzPts val="1000"/>
              <a:buFont typeface="Lato"/>
              <a:buNone/>
              <a:defRPr sz="1000">
                <a:solidFill>
                  <a:schemeClr val="lt1"/>
                </a:solidFill>
                <a:latin typeface="Lato"/>
                <a:ea typeface="Lato"/>
                <a:cs typeface="Lato"/>
                <a:sym typeface="Lato"/>
              </a:defRPr>
            </a:lvl6pPr>
            <a:lvl7pPr marL="0" lvl="6" indent="0" algn="r">
              <a:buClr>
                <a:schemeClr val="lt1"/>
              </a:buClr>
              <a:buSzPts val="1000"/>
              <a:buFont typeface="Lato"/>
              <a:buNone/>
              <a:defRPr sz="1000">
                <a:solidFill>
                  <a:schemeClr val="lt1"/>
                </a:solidFill>
                <a:latin typeface="Lato"/>
                <a:ea typeface="Lato"/>
                <a:cs typeface="Lato"/>
                <a:sym typeface="Lato"/>
              </a:defRPr>
            </a:lvl7pPr>
            <a:lvl8pPr marL="0" lvl="7" indent="0" algn="r">
              <a:buClr>
                <a:schemeClr val="lt1"/>
              </a:buClr>
              <a:buSzPts val="1000"/>
              <a:buFont typeface="Lato"/>
              <a:buNone/>
              <a:defRPr sz="1000">
                <a:solidFill>
                  <a:schemeClr val="lt1"/>
                </a:solidFill>
                <a:latin typeface="Lato"/>
                <a:ea typeface="Lato"/>
                <a:cs typeface="Lato"/>
                <a:sym typeface="Lato"/>
              </a:defRPr>
            </a:lvl8pPr>
            <a:lvl9pPr marL="0" lvl="8" indent="0" algn="r">
              <a:buClr>
                <a:schemeClr val="lt1"/>
              </a:buClr>
              <a:buSzPts val="1000"/>
              <a:buFont typeface="Lato"/>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elfolie" type="title">
  <p:cSld name="TITLE">
    <p:spTree>
      <p:nvGrpSpPr>
        <p:cNvPr id="1" name="Shape 63"/>
        <p:cNvGrpSpPr/>
        <p:nvPr/>
      </p:nvGrpSpPr>
      <p:grpSpPr>
        <a:xfrm>
          <a:off x="0" y="0"/>
          <a:ext cx="0" cy="0"/>
          <a:chOff x="0" y="0"/>
          <a:chExt cx="0" cy="0"/>
        </a:xfrm>
      </p:grpSpPr>
      <p:sp>
        <p:nvSpPr>
          <p:cNvPr id="64" name="Google Shape;64;p15"/>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5" name="Google Shape;65;p15"/>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66" name="Google Shape;66;p1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Google Shape;67;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Google Shape;68;p1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el und Inhalt" type="obj">
  <p:cSld name="OBJECT">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1" name="Google Shape;71;p1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2" name="Google Shape;72;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Google Shape;73;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4" name="Google Shape;74;p1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bschnitts-&#10;überschrift" type="secHead">
  <p:cSld name="SECTION_HEADER">
    <p:spTree>
      <p:nvGrpSpPr>
        <p:cNvPr id="1" name="Shape 75"/>
        <p:cNvGrpSpPr/>
        <p:nvPr/>
      </p:nvGrpSpPr>
      <p:grpSpPr>
        <a:xfrm>
          <a:off x="0" y="0"/>
          <a:ext cx="0" cy="0"/>
          <a:chOff x="0" y="0"/>
          <a:chExt cx="0" cy="0"/>
        </a:xfrm>
      </p:grpSpPr>
      <p:sp>
        <p:nvSpPr>
          <p:cNvPr id="76" name="Google Shape;76;p17"/>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7" name="Google Shape;77;p17"/>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78" name="Google Shape;78;p1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Google Shape;79;p1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0" name="Google Shape;80;p1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Zwei Inhalte" type="twoObj">
  <p:cSld name="TWO_OBJECTS">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3" name="Google Shape;83;p18"/>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4" name="Google Shape;84;p18"/>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5" name="Google Shape;85;p1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6" name="Google Shape;86;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7" name="Google Shape;87;p1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gleich" type="twoTxTwoObj">
  <p:cSld name="TWO_OBJECTS_WITH_TEXT">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0" name="Google Shape;90;p19"/>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1" name="Google Shape;91;p19"/>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2" name="Google Shape;92;p19"/>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3" name="Google Shape;93;p19"/>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4" name="Google Shape;94;p1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5" name="Google Shape;95;p1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6" name="Google Shape;96;p1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r Titel" type="titleOnly">
  <p:cSld name="TITLE_ONLY">
    <p:spTree>
      <p:nvGrpSpPr>
        <p:cNvPr id="1" name="Shape 97"/>
        <p:cNvGrpSpPr/>
        <p:nvPr/>
      </p:nvGrpSpPr>
      <p:grpSpPr>
        <a:xfrm>
          <a:off x="0" y="0"/>
          <a:ext cx="0" cy="0"/>
          <a:chOff x="0" y="0"/>
          <a:chExt cx="0" cy="0"/>
        </a:xfrm>
      </p:grpSpPr>
      <p:sp>
        <p:nvSpPr>
          <p:cNvPr id="98" name="Google Shape;98;p2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9" name="Google Shape;99;p2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0" name="Google Shape;100;p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1" name="Google Shape;101;p2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Leer" type="blank">
  <p:cSld name="BLANK">
    <p:spTree>
      <p:nvGrpSpPr>
        <p:cNvPr id="1" name="Shape 102"/>
        <p:cNvGrpSpPr/>
        <p:nvPr/>
      </p:nvGrpSpPr>
      <p:grpSpPr>
        <a:xfrm>
          <a:off x="0" y="0"/>
          <a:ext cx="0" cy="0"/>
          <a:chOff x="0" y="0"/>
          <a:chExt cx="0" cy="0"/>
        </a:xfrm>
      </p:grpSpPr>
      <p:sp>
        <p:nvSpPr>
          <p:cNvPr id="103" name="Google Shape;103;p2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4" name="Google Shape;104;p2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5" name="Google Shape;105;p2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nhalt mit Überschrift" type="objTx">
  <p:cSld name="OBJECT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8" name="Google Shape;108;p22"/>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09" name="Google Shape;109;p22"/>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0" name="Google Shape;110;p2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1" name="Google Shape;111;p2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2" name="Google Shape;112;p2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ld mit Überschrift" type="picTx">
  <p:cSld name="PICTURE_WITH_CAPTION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5" name="Google Shape;115;p23"/>
          <p:cNvSpPr>
            <a:spLocks noGrp="1"/>
          </p:cNvSpPr>
          <p:nvPr>
            <p:ph type="pic" idx="2"/>
          </p:nvPr>
        </p:nvSpPr>
        <p:spPr>
          <a:xfrm>
            <a:off x="3887391" y="740569"/>
            <a:ext cx="4629300" cy="3655200"/>
          </a:xfrm>
          <a:prstGeom prst="rect">
            <a:avLst/>
          </a:prstGeom>
          <a:noFill/>
          <a:ln>
            <a:noFill/>
          </a:ln>
        </p:spPr>
      </p:sp>
      <p:sp>
        <p:nvSpPr>
          <p:cNvPr id="116" name="Google Shape;116;p23"/>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7" name="Google Shape;117;p2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8" name="Google Shape;118;p2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9" name="Google Shape;119;p2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el und vertikaler Text" type="vertTx">
  <p:cSld name="VERTICAL_TEXT">
    <p:spTree>
      <p:nvGrpSpPr>
        <p:cNvPr id="1" name="Shape 120"/>
        <p:cNvGrpSpPr/>
        <p:nvPr/>
      </p:nvGrpSpPr>
      <p:grpSpPr>
        <a:xfrm>
          <a:off x="0" y="0"/>
          <a:ext cx="0" cy="0"/>
          <a:chOff x="0" y="0"/>
          <a:chExt cx="0" cy="0"/>
        </a:xfrm>
      </p:grpSpPr>
      <p:sp>
        <p:nvSpPr>
          <p:cNvPr id="121" name="Google Shape;121;p2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2" name="Google Shape;122;p24"/>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3" name="Google Shape;123;p2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4" name="Google Shape;124;p2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5" name="Google Shape;125;p2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kaler Titel und Text" type="vertTitleAndTx">
  <p:cSld name="VERTICAL_TITLE_AND_VERTICAL_TEXT">
    <p:spTree>
      <p:nvGrpSpPr>
        <p:cNvPr id="1" name="Shape 126"/>
        <p:cNvGrpSpPr/>
        <p:nvPr/>
      </p:nvGrpSpPr>
      <p:grpSpPr>
        <a:xfrm>
          <a:off x="0" y="0"/>
          <a:ext cx="0" cy="0"/>
          <a:chOff x="0" y="0"/>
          <a:chExt cx="0" cy="0"/>
        </a:xfrm>
      </p:grpSpPr>
      <p:sp>
        <p:nvSpPr>
          <p:cNvPr id="127" name="Google Shape;127;p25"/>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8" name="Google Shape;128;p25"/>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9" name="Google Shape;129;p2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0" name="Google Shape;130;p2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1" name="Google Shape;131;p2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36"/>
        <p:cNvGrpSpPr/>
        <p:nvPr/>
      </p:nvGrpSpPr>
      <p:grpSpPr>
        <a:xfrm>
          <a:off x="0" y="0"/>
          <a:ext cx="0" cy="0"/>
          <a:chOff x="0" y="0"/>
          <a:chExt cx="0" cy="0"/>
        </a:xfrm>
      </p:grpSpPr>
      <p:sp>
        <p:nvSpPr>
          <p:cNvPr id="137" name="Google Shape;137;p27"/>
          <p:cNvSpPr/>
          <p:nvPr/>
        </p:nvSpPr>
        <p:spPr>
          <a:xfrm>
            <a:off x="4572000" y="1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cxnSp>
        <p:nvCxnSpPr>
          <p:cNvPr id="138" name="Google Shape;138;p27"/>
          <p:cNvCxnSpPr/>
          <p:nvPr/>
        </p:nvCxnSpPr>
        <p:spPr>
          <a:xfrm>
            <a:off x="5029675" y="4495500"/>
            <a:ext cx="468300" cy="0"/>
          </a:xfrm>
          <a:prstGeom prst="straightConnector1">
            <a:avLst/>
          </a:prstGeom>
          <a:noFill/>
          <a:ln w="14300" cap="flat" cmpd="sng">
            <a:solidFill>
              <a:schemeClr val="lt1"/>
            </a:solidFill>
            <a:prstDash val="solid"/>
            <a:round/>
            <a:headEnd type="none" w="sm" len="sm"/>
            <a:tailEnd type="none" w="sm" len="sm"/>
          </a:ln>
        </p:spPr>
      </p:cxnSp>
      <p:sp>
        <p:nvSpPr>
          <p:cNvPr id="139" name="Google Shape;139;p27"/>
          <p:cNvSpPr txBox="1">
            <a:spLocks noGrp="1"/>
          </p:cNvSpPr>
          <p:nvPr>
            <p:ph type="title"/>
          </p:nvPr>
        </p:nvSpPr>
        <p:spPr>
          <a:xfrm>
            <a:off x="265500" y="1397350"/>
            <a:ext cx="4045200" cy="1318200"/>
          </a:xfrm>
          <a:prstGeom prst="rect">
            <a:avLst/>
          </a:prstGeom>
          <a:noFill/>
          <a:ln>
            <a:noFill/>
          </a:ln>
        </p:spPr>
        <p:txBody>
          <a:bodyPr spcFirstLastPara="1" wrap="square" lIns="68575" tIns="68575" rIns="68575" bIns="68575" anchor="b" anchorCtr="0">
            <a:normAutofit/>
          </a:bodyPr>
          <a:lstStyle>
            <a:lvl1pPr lvl="0" algn="ctr">
              <a:lnSpc>
                <a:spcPct val="100000"/>
              </a:lnSpc>
              <a:spcBef>
                <a:spcPts val="0"/>
              </a:spcBef>
              <a:spcAft>
                <a:spcPts val="0"/>
              </a:spcAft>
              <a:buClr>
                <a:schemeClr val="dk1"/>
              </a:buClr>
              <a:buSzPts val="2700"/>
              <a:buNone/>
              <a:defRPr sz="3600">
                <a:solidFill>
                  <a:schemeClr val="dk1"/>
                </a:solidFill>
              </a:defRPr>
            </a:lvl1pPr>
            <a:lvl2pPr lvl="1" algn="ctr">
              <a:lnSpc>
                <a:spcPct val="100000"/>
              </a:lnSpc>
              <a:spcBef>
                <a:spcPts val="0"/>
              </a:spcBef>
              <a:spcAft>
                <a:spcPts val="0"/>
              </a:spcAft>
              <a:buClr>
                <a:schemeClr val="dk1"/>
              </a:buClr>
              <a:buSzPts val="2700"/>
              <a:buNone/>
              <a:defRPr sz="3600">
                <a:solidFill>
                  <a:schemeClr val="dk1"/>
                </a:solidFill>
              </a:defRPr>
            </a:lvl2pPr>
            <a:lvl3pPr lvl="2" algn="ctr">
              <a:lnSpc>
                <a:spcPct val="100000"/>
              </a:lnSpc>
              <a:spcBef>
                <a:spcPts val="0"/>
              </a:spcBef>
              <a:spcAft>
                <a:spcPts val="0"/>
              </a:spcAft>
              <a:buClr>
                <a:schemeClr val="dk1"/>
              </a:buClr>
              <a:buSzPts val="2700"/>
              <a:buNone/>
              <a:defRPr sz="3600">
                <a:solidFill>
                  <a:schemeClr val="dk1"/>
                </a:solidFill>
              </a:defRPr>
            </a:lvl3pPr>
            <a:lvl4pPr lvl="3" algn="ctr">
              <a:lnSpc>
                <a:spcPct val="100000"/>
              </a:lnSpc>
              <a:spcBef>
                <a:spcPts val="0"/>
              </a:spcBef>
              <a:spcAft>
                <a:spcPts val="0"/>
              </a:spcAft>
              <a:buClr>
                <a:schemeClr val="dk1"/>
              </a:buClr>
              <a:buSzPts val="2700"/>
              <a:buNone/>
              <a:defRPr sz="3600">
                <a:solidFill>
                  <a:schemeClr val="dk1"/>
                </a:solidFill>
              </a:defRPr>
            </a:lvl4pPr>
            <a:lvl5pPr lvl="4" algn="ctr">
              <a:lnSpc>
                <a:spcPct val="100000"/>
              </a:lnSpc>
              <a:spcBef>
                <a:spcPts val="0"/>
              </a:spcBef>
              <a:spcAft>
                <a:spcPts val="0"/>
              </a:spcAft>
              <a:buClr>
                <a:schemeClr val="dk1"/>
              </a:buClr>
              <a:buSzPts val="2700"/>
              <a:buNone/>
              <a:defRPr sz="3600">
                <a:solidFill>
                  <a:schemeClr val="dk1"/>
                </a:solidFill>
              </a:defRPr>
            </a:lvl5pPr>
            <a:lvl6pPr lvl="5" algn="ctr">
              <a:lnSpc>
                <a:spcPct val="100000"/>
              </a:lnSpc>
              <a:spcBef>
                <a:spcPts val="0"/>
              </a:spcBef>
              <a:spcAft>
                <a:spcPts val="0"/>
              </a:spcAft>
              <a:buClr>
                <a:schemeClr val="dk1"/>
              </a:buClr>
              <a:buSzPts val="2700"/>
              <a:buNone/>
              <a:defRPr sz="3600">
                <a:solidFill>
                  <a:schemeClr val="dk1"/>
                </a:solidFill>
              </a:defRPr>
            </a:lvl6pPr>
            <a:lvl7pPr lvl="6" algn="ctr">
              <a:lnSpc>
                <a:spcPct val="100000"/>
              </a:lnSpc>
              <a:spcBef>
                <a:spcPts val="0"/>
              </a:spcBef>
              <a:spcAft>
                <a:spcPts val="0"/>
              </a:spcAft>
              <a:buClr>
                <a:schemeClr val="dk1"/>
              </a:buClr>
              <a:buSzPts val="2700"/>
              <a:buNone/>
              <a:defRPr sz="3600">
                <a:solidFill>
                  <a:schemeClr val="dk1"/>
                </a:solidFill>
              </a:defRPr>
            </a:lvl7pPr>
            <a:lvl8pPr lvl="7" algn="ctr">
              <a:lnSpc>
                <a:spcPct val="100000"/>
              </a:lnSpc>
              <a:spcBef>
                <a:spcPts val="0"/>
              </a:spcBef>
              <a:spcAft>
                <a:spcPts val="0"/>
              </a:spcAft>
              <a:buClr>
                <a:schemeClr val="dk1"/>
              </a:buClr>
              <a:buSzPts val="2700"/>
              <a:buNone/>
              <a:defRPr sz="3600">
                <a:solidFill>
                  <a:schemeClr val="dk1"/>
                </a:solidFill>
              </a:defRPr>
            </a:lvl8pPr>
            <a:lvl9pPr lvl="8" algn="ctr">
              <a:lnSpc>
                <a:spcPct val="100000"/>
              </a:lnSpc>
              <a:spcBef>
                <a:spcPts val="0"/>
              </a:spcBef>
              <a:spcAft>
                <a:spcPts val="0"/>
              </a:spcAft>
              <a:buClr>
                <a:schemeClr val="dk1"/>
              </a:buClr>
              <a:buSzPts val="2700"/>
              <a:buNone/>
              <a:defRPr sz="3600">
                <a:solidFill>
                  <a:schemeClr val="dk1"/>
                </a:solidFill>
              </a:defRPr>
            </a:lvl9pPr>
          </a:lstStyle>
          <a:p>
            <a:endParaRPr/>
          </a:p>
        </p:txBody>
      </p:sp>
      <p:sp>
        <p:nvSpPr>
          <p:cNvPr id="140" name="Google Shape;140;p27"/>
          <p:cNvSpPr txBox="1">
            <a:spLocks noGrp="1"/>
          </p:cNvSpPr>
          <p:nvPr>
            <p:ph type="subTitle" idx="1"/>
          </p:nvPr>
        </p:nvSpPr>
        <p:spPr>
          <a:xfrm>
            <a:off x="265500" y="2735371"/>
            <a:ext cx="4045200" cy="1345500"/>
          </a:xfrm>
          <a:prstGeom prst="rect">
            <a:avLst/>
          </a:prstGeom>
          <a:noFill/>
          <a:ln>
            <a:noFill/>
          </a:ln>
        </p:spPr>
        <p:txBody>
          <a:bodyPr spcFirstLastPara="1" wrap="square" lIns="68575" tIns="68575" rIns="68575" bIns="68575" anchor="t" anchorCtr="0">
            <a:normAutofit/>
          </a:bodyPr>
          <a:lstStyle>
            <a:lvl1pPr lvl="0" algn="ctr">
              <a:lnSpc>
                <a:spcPct val="100000"/>
              </a:lnSpc>
              <a:spcBef>
                <a:spcPts val="0"/>
              </a:spcBef>
              <a:spcAft>
                <a:spcPts val="0"/>
              </a:spcAft>
              <a:buSzPts val="1600"/>
              <a:buNone/>
              <a:defRPr sz="2100"/>
            </a:lvl1pPr>
            <a:lvl2pPr lvl="1" algn="ctr">
              <a:lnSpc>
                <a:spcPct val="100000"/>
              </a:lnSpc>
              <a:spcBef>
                <a:spcPts val="0"/>
              </a:spcBef>
              <a:spcAft>
                <a:spcPts val="0"/>
              </a:spcAft>
              <a:buSzPts val="1600"/>
              <a:buNone/>
              <a:defRPr sz="2100"/>
            </a:lvl2pPr>
            <a:lvl3pPr lvl="2" algn="ctr">
              <a:lnSpc>
                <a:spcPct val="100000"/>
              </a:lnSpc>
              <a:spcBef>
                <a:spcPts val="0"/>
              </a:spcBef>
              <a:spcAft>
                <a:spcPts val="0"/>
              </a:spcAft>
              <a:buSzPts val="1600"/>
              <a:buNone/>
              <a:defRPr sz="2100"/>
            </a:lvl3pPr>
            <a:lvl4pPr lvl="3" algn="ctr">
              <a:lnSpc>
                <a:spcPct val="100000"/>
              </a:lnSpc>
              <a:spcBef>
                <a:spcPts val="0"/>
              </a:spcBef>
              <a:spcAft>
                <a:spcPts val="0"/>
              </a:spcAft>
              <a:buSzPts val="1600"/>
              <a:buNone/>
              <a:defRPr sz="2100"/>
            </a:lvl4pPr>
            <a:lvl5pPr lvl="4" algn="ctr">
              <a:lnSpc>
                <a:spcPct val="100000"/>
              </a:lnSpc>
              <a:spcBef>
                <a:spcPts val="0"/>
              </a:spcBef>
              <a:spcAft>
                <a:spcPts val="0"/>
              </a:spcAft>
              <a:buSzPts val="1600"/>
              <a:buNone/>
              <a:defRPr sz="2100"/>
            </a:lvl5pPr>
            <a:lvl6pPr lvl="5" algn="ctr">
              <a:lnSpc>
                <a:spcPct val="100000"/>
              </a:lnSpc>
              <a:spcBef>
                <a:spcPts val="0"/>
              </a:spcBef>
              <a:spcAft>
                <a:spcPts val="0"/>
              </a:spcAft>
              <a:buSzPts val="1600"/>
              <a:buNone/>
              <a:defRPr sz="2100"/>
            </a:lvl6pPr>
            <a:lvl7pPr lvl="6" algn="ctr">
              <a:lnSpc>
                <a:spcPct val="100000"/>
              </a:lnSpc>
              <a:spcBef>
                <a:spcPts val="0"/>
              </a:spcBef>
              <a:spcAft>
                <a:spcPts val="0"/>
              </a:spcAft>
              <a:buSzPts val="1600"/>
              <a:buNone/>
              <a:defRPr sz="2100"/>
            </a:lvl7pPr>
            <a:lvl8pPr lvl="7" algn="ctr">
              <a:lnSpc>
                <a:spcPct val="100000"/>
              </a:lnSpc>
              <a:spcBef>
                <a:spcPts val="0"/>
              </a:spcBef>
              <a:spcAft>
                <a:spcPts val="0"/>
              </a:spcAft>
              <a:buSzPts val="1600"/>
              <a:buNone/>
              <a:defRPr sz="2100"/>
            </a:lvl8pPr>
            <a:lvl9pPr lvl="8" algn="ctr">
              <a:lnSpc>
                <a:spcPct val="100000"/>
              </a:lnSpc>
              <a:spcBef>
                <a:spcPts val="0"/>
              </a:spcBef>
              <a:spcAft>
                <a:spcPts val="0"/>
              </a:spcAft>
              <a:buSzPts val="1600"/>
              <a:buNone/>
              <a:defRPr sz="2100"/>
            </a:lvl9pPr>
          </a:lstStyle>
          <a:p>
            <a:endParaRPr/>
          </a:p>
        </p:txBody>
      </p:sp>
      <p:sp>
        <p:nvSpPr>
          <p:cNvPr id="141" name="Google Shape;141;p27"/>
          <p:cNvSpPr txBox="1">
            <a:spLocks noGrp="1"/>
          </p:cNvSpPr>
          <p:nvPr>
            <p:ph type="body" idx="2"/>
          </p:nvPr>
        </p:nvSpPr>
        <p:spPr>
          <a:xfrm>
            <a:off x="4939500" y="724200"/>
            <a:ext cx="3837000" cy="3695100"/>
          </a:xfrm>
          <a:prstGeom prst="rect">
            <a:avLst/>
          </a:prstGeom>
          <a:noFill/>
          <a:ln>
            <a:noFill/>
          </a:ln>
        </p:spPr>
        <p:txBody>
          <a:bodyPr spcFirstLastPara="1" wrap="square" lIns="68575" tIns="68575" rIns="68575" bIns="68575" anchor="ctr" anchorCtr="0">
            <a:normAutofit/>
          </a:bodyPr>
          <a:lstStyle>
            <a:lvl1pPr marL="457200" lvl="0" indent="-317500" algn="l">
              <a:lnSpc>
                <a:spcPct val="115000"/>
              </a:lnSpc>
              <a:spcBef>
                <a:spcPts val="0"/>
              </a:spcBef>
              <a:spcAft>
                <a:spcPts val="0"/>
              </a:spcAft>
              <a:buClr>
                <a:schemeClr val="lt1"/>
              </a:buClr>
              <a:buSzPts val="14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142" name="Google Shape;142;p27"/>
          <p:cNvSpPr txBox="1">
            <a:spLocks noGrp="1"/>
          </p:cNvSpPr>
          <p:nvPr>
            <p:ph type="sldNum" idx="12"/>
          </p:nvPr>
        </p:nvSpPr>
        <p:spPr>
          <a:xfrm>
            <a:off x="8497999" y="4688759"/>
            <a:ext cx="548700" cy="393600"/>
          </a:xfrm>
          <a:prstGeom prst="rect">
            <a:avLst/>
          </a:prstGeom>
          <a:noFill/>
          <a:ln>
            <a:noFill/>
          </a:ln>
        </p:spPr>
        <p:txBody>
          <a:bodyPr spcFirstLastPara="1" wrap="square" lIns="68575" tIns="68575" rIns="68575" bIns="68575" anchor="ctr" anchorCtr="0">
            <a:normAutofit/>
          </a:bodyPr>
          <a:lstStyle>
            <a:lvl1pPr marL="0" lvl="0" indent="0" algn="r">
              <a:buClr>
                <a:schemeClr val="lt1"/>
              </a:buClr>
              <a:buSzPts val="1000"/>
              <a:buFont typeface="Lato"/>
              <a:buNone/>
              <a:defRPr sz="1000">
                <a:solidFill>
                  <a:schemeClr val="lt1"/>
                </a:solidFill>
                <a:latin typeface="Lato"/>
                <a:ea typeface="Lato"/>
                <a:cs typeface="Lato"/>
                <a:sym typeface="Lato"/>
              </a:defRPr>
            </a:lvl1pPr>
            <a:lvl2pPr marL="0" lvl="1" indent="0" algn="r">
              <a:buClr>
                <a:schemeClr val="lt1"/>
              </a:buClr>
              <a:buSzPts val="1000"/>
              <a:buFont typeface="Lato"/>
              <a:buNone/>
              <a:defRPr sz="1000">
                <a:solidFill>
                  <a:schemeClr val="lt1"/>
                </a:solidFill>
                <a:latin typeface="Lato"/>
                <a:ea typeface="Lato"/>
                <a:cs typeface="Lato"/>
                <a:sym typeface="Lato"/>
              </a:defRPr>
            </a:lvl2pPr>
            <a:lvl3pPr marL="0" lvl="2" indent="0" algn="r">
              <a:buClr>
                <a:schemeClr val="lt1"/>
              </a:buClr>
              <a:buSzPts val="1000"/>
              <a:buFont typeface="Lato"/>
              <a:buNone/>
              <a:defRPr sz="1000">
                <a:solidFill>
                  <a:schemeClr val="lt1"/>
                </a:solidFill>
                <a:latin typeface="Lato"/>
                <a:ea typeface="Lato"/>
                <a:cs typeface="Lato"/>
                <a:sym typeface="Lato"/>
              </a:defRPr>
            </a:lvl3pPr>
            <a:lvl4pPr marL="0" lvl="3" indent="0" algn="r">
              <a:buClr>
                <a:schemeClr val="lt1"/>
              </a:buClr>
              <a:buSzPts val="1000"/>
              <a:buFont typeface="Lato"/>
              <a:buNone/>
              <a:defRPr sz="1000">
                <a:solidFill>
                  <a:schemeClr val="lt1"/>
                </a:solidFill>
                <a:latin typeface="Lato"/>
                <a:ea typeface="Lato"/>
                <a:cs typeface="Lato"/>
                <a:sym typeface="Lato"/>
              </a:defRPr>
            </a:lvl4pPr>
            <a:lvl5pPr marL="0" lvl="4" indent="0" algn="r">
              <a:buClr>
                <a:schemeClr val="lt1"/>
              </a:buClr>
              <a:buSzPts val="1000"/>
              <a:buFont typeface="Lato"/>
              <a:buNone/>
              <a:defRPr sz="1000">
                <a:solidFill>
                  <a:schemeClr val="lt1"/>
                </a:solidFill>
                <a:latin typeface="Lato"/>
                <a:ea typeface="Lato"/>
                <a:cs typeface="Lato"/>
                <a:sym typeface="Lato"/>
              </a:defRPr>
            </a:lvl5pPr>
            <a:lvl6pPr marL="0" lvl="5" indent="0" algn="r">
              <a:buClr>
                <a:schemeClr val="lt1"/>
              </a:buClr>
              <a:buSzPts val="1000"/>
              <a:buFont typeface="Lato"/>
              <a:buNone/>
              <a:defRPr sz="1000">
                <a:solidFill>
                  <a:schemeClr val="lt1"/>
                </a:solidFill>
                <a:latin typeface="Lato"/>
                <a:ea typeface="Lato"/>
                <a:cs typeface="Lato"/>
                <a:sym typeface="Lato"/>
              </a:defRPr>
            </a:lvl6pPr>
            <a:lvl7pPr marL="0" lvl="6" indent="0" algn="r">
              <a:buClr>
                <a:schemeClr val="lt1"/>
              </a:buClr>
              <a:buSzPts val="1000"/>
              <a:buFont typeface="Lato"/>
              <a:buNone/>
              <a:defRPr sz="1000">
                <a:solidFill>
                  <a:schemeClr val="lt1"/>
                </a:solidFill>
                <a:latin typeface="Lato"/>
                <a:ea typeface="Lato"/>
                <a:cs typeface="Lato"/>
                <a:sym typeface="Lato"/>
              </a:defRPr>
            </a:lvl7pPr>
            <a:lvl8pPr marL="0" lvl="7" indent="0" algn="r">
              <a:buClr>
                <a:schemeClr val="lt1"/>
              </a:buClr>
              <a:buSzPts val="1000"/>
              <a:buFont typeface="Lato"/>
              <a:buNone/>
              <a:defRPr sz="1000">
                <a:solidFill>
                  <a:schemeClr val="lt1"/>
                </a:solidFill>
                <a:latin typeface="Lato"/>
                <a:ea typeface="Lato"/>
                <a:cs typeface="Lato"/>
                <a:sym typeface="Lato"/>
              </a:defRPr>
            </a:lvl8pPr>
            <a:lvl9pPr marL="0" lvl="8" indent="0" algn="r">
              <a:buClr>
                <a:schemeClr val="lt1"/>
              </a:buClr>
              <a:buSzPts val="1000"/>
              <a:buFont typeface="Lato"/>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3"/>
        <p:cNvGrpSpPr/>
        <p:nvPr/>
      </p:nvGrpSpPr>
      <p:grpSpPr>
        <a:xfrm>
          <a:off x="0" y="0"/>
          <a:ext cx="0" cy="0"/>
          <a:chOff x="0" y="0"/>
          <a:chExt cx="0" cy="0"/>
        </a:xfrm>
      </p:grpSpPr>
      <p:sp>
        <p:nvSpPr>
          <p:cNvPr id="144" name="Google Shape;144;p28"/>
          <p:cNvSpPr txBox="1">
            <a:spLocks noGrp="1"/>
          </p:cNvSpPr>
          <p:nvPr>
            <p:ph type="sldNum" idx="12"/>
          </p:nvPr>
        </p:nvSpPr>
        <p:spPr>
          <a:xfrm>
            <a:off x="8497999" y="4688759"/>
            <a:ext cx="548700" cy="393600"/>
          </a:xfrm>
          <a:prstGeom prst="rect">
            <a:avLst/>
          </a:prstGeom>
          <a:noFill/>
          <a:ln>
            <a:noFill/>
          </a:ln>
        </p:spPr>
        <p:txBody>
          <a:bodyPr spcFirstLastPara="1" wrap="square" lIns="68575" tIns="68575" rIns="68575" bIns="68575" anchor="ctr" anchorCtr="0">
            <a:normAutofit/>
          </a:bodyPr>
          <a:lstStyle>
            <a:lvl1pPr marL="0" lvl="0" indent="0" algn="r">
              <a:buClr>
                <a:schemeClr val="dk2"/>
              </a:buClr>
              <a:buSzPts val="1000"/>
              <a:buFont typeface="Lato"/>
              <a:buNone/>
              <a:defRPr sz="1000">
                <a:solidFill>
                  <a:schemeClr val="dk2"/>
                </a:solidFill>
                <a:latin typeface="Lato"/>
                <a:ea typeface="Lato"/>
                <a:cs typeface="Lato"/>
                <a:sym typeface="Lato"/>
              </a:defRPr>
            </a:lvl1pPr>
            <a:lvl2pPr marL="0" lvl="1" indent="0" algn="r">
              <a:buClr>
                <a:schemeClr val="dk2"/>
              </a:buClr>
              <a:buSzPts val="1000"/>
              <a:buFont typeface="Lato"/>
              <a:buNone/>
              <a:defRPr sz="1000">
                <a:solidFill>
                  <a:schemeClr val="dk2"/>
                </a:solidFill>
                <a:latin typeface="Lato"/>
                <a:ea typeface="Lato"/>
                <a:cs typeface="Lato"/>
                <a:sym typeface="Lato"/>
              </a:defRPr>
            </a:lvl2pPr>
            <a:lvl3pPr marL="0" lvl="2" indent="0" algn="r">
              <a:buClr>
                <a:schemeClr val="dk2"/>
              </a:buClr>
              <a:buSzPts val="1000"/>
              <a:buFont typeface="Lato"/>
              <a:buNone/>
              <a:defRPr sz="1000">
                <a:solidFill>
                  <a:schemeClr val="dk2"/>
                </a:solidFill>
                <a:latin typeface="Lato"/>
                <a:ea typeface="Lato"/>
                <a:cs typeface="Lato"/>
                <a:sym typeface="Lato"/>
              </a:defRPr>
            </a:lvl3pPr>
            <a:lvl4pPr marL="0" lvl="3" indent="0" algn="r">
              <a:buClr>
                <a:schemeClr val="dk2"/>
              </a:buClr>
              <a:buSzPts val="1000"/>
              <a:buFont typeface="Lato"/>
              <a:buNone/>
              <a:defRPr sz="1000">
                <a:solidFill>
                  <a:schemeClr val="dk2"/>
                </a:solidFill>
                <a:latin typeface="Lato"/>
                <a:ea typeface="Lato"/>
                <a:cs typeface="Lato"/>
                <a:sym typeface="Lato"/>
              </a:defRPr>
            </a:lvl4pPr>
            <a:lvl5pPr marL="0" lvl="4" indent="0" algn="r">
              <a:buClr>
                <a:schemeClr val="dk2"/>
              </a:buClr>
              <a:buSzPts val="1000"/>
              <a:buFont typeface="Lato"/>
              <a:buNone/>
              <a:defRPr sz="1000">
                <a:solidFill>
                  <a:schemeClr val="dk2"/>
                </a:solidFill>
                <a:latin typeface="Lato"/>
                <a:ea typeface="Lato"/>
                <a:cs typeface="Lato"/>
                <a:sym typeface="Lato"/>
              </a:defRPr>
            </a:lvl5pPr>
            <a:lvl6pPr marL="0" lvl="5" indent="0" algn="r">
              <a:buClr>
                <a:schemeClr val="dk2"/>
              </a:buClr>
              <a:buSzPts val="1000"/>
              <a:buFont typeface="Lato"/>
              <a:buNone/>
              <a:defRPr sz="1000">
                <a:solidFill>
                  <a:schemeClr val="dk2"/>
                </a:solidFill>
                <a:latin typeface="Lato"/>
                <a:ea typeface="Lato"/>
                <a:cs typeface="Lato"/>
                <a:sym typeface="Lato"/>
              </a:defRPr>
            </a:lvl6pPr>
            <a:lvl7pPr marL="0" lvl="6" indent="0" algn="r">
              <a:buClr>
                <a:schemeClr val="dk2"/>
              </a:buClr>
              <a:buSzPts val="1000"/>
              <a:buFont typeface="Lato"/>
              <a:buNone/>
              <a:defRPr sz="1000">
                <a:solidFill>
                  <a:schemeClr val="dk2"/>
                </a:solidFill>
                <a:latin typeface="Lato"/>
                <a:ea typeface="Lato"/>
                <a:cs typeface="Lato"/>
                <a:sym typeface="Lato"/>
              </a:defRPr>
            </a:lvl7pPr>
            <a:lvl8pPr marL="0" lvl="7" indent="0" algn="r">
              <a:buClr>
                <a:schemeClr val="dk2"/>
              </a:buClr>
              <a:buSzPts val="1000"/>
              <a:buFont typeface="Lato"/>
              <a:buNone/>
              <a:defRPr sz="1000">
                <a:solidFill>
                  <a:schemeClr val="dk2"/>
                </a:solidFill>
                <a:latin typeface="Lato"/>
                <a:ea typeface="Lato"/>
                <a:cs typeface="Lato"/>
                <a:sym typeface="Lato"/>
              </a:defRPr>
            </a:lvl8pPr>
            <a:lvl9pPr marL="0" lvl="8" indent="0" algn="r">
              <a:buClr>
                <a:schemeClr val="dk2"/>
              </a:buClr>
              <a:buSzPts val="1000"/>
              <a:buFont typeface="Lato"/>
              <a:buNone/>
              <a:defRPr sz="10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5"/>
        <p:cNvGrpSpPr/>
        <p:nvPr/>
      </p:nvGrpSpPr>
      <p:grpSpPr>
        <a:xfrm>
          <a:off x="0" y="0"/>
          <a:ext cx="0" cy="0"/>
          <a:chOff x="0" y="0"/>
          <a:chExt cx="0" cy="0"/>
        </a:xfrm>
      </p:grpSpPr>
      <p:cxnSp>
        <p:nvCxnSpPr>
          <p:cNvPr id="146" name="Google Shape;146;p29"/>
          <p:cNvCxnSpPr/>
          <p:nvPr/>
        </p:nvCxnSpPr>
        <p:spPr>
          <a:xfrm>
            <a:off x="2477724" y="415650"/>
            <a:ext cx="6244200" cy="0"/>
          </a:xfrm>
          <a:prstGeom prst="straightConnector1">
            <a:avLst/>
          </a:prstGeom>
          <a:noFill/>
          <a:ln w="28575" cap="flat" cmpd="sng">
            <a:solidFill>
              <a:schemeClr val="dk2"/>
            </a:solidFill>
            <a:prstDash val="solid"/>
            <a:round/>
            <a:headEnd type="none" w="sm" len="sm"/>
            <a:tailEnd type="none" w="sm" len="sm"/>
          </a:ln>
        </p:spPr>
      </p:cxnSp>
      <p:cxnSp>
        <p:nvCxnSpPr>
          <p:cNvPr id="147" name="Google Shape;147;p29"/>
          <p:cNvCxnSpPr/>
          <p:nvPr/>
        </p:nvCxnSpPr>
        <p:spPr>
          <a:xfrm>
            <a:off x="2477724" y="4740000"/>
            <a:ext cx="6244200" cy="0"/>
          </a:xfrm>
          <a:prstGeom prst="straightConnector1">
            <a:avLst/>
          </a:prstGeom>
          <a:noFill/>
          <a:ln w="14300" cap="flat" cmpd="sng">
            <a:solidFill>
              <a:schemeClr val="dk2"/>
            </a:solidFill>
            <a:prstDash val="solid"/>
            <a:round/>
            <a:headEnd type="none" w="sm" len="sm"/>
            <a:tailEnd type="none" w="sm" len="sm"/>
          </a:ln>
        </p:spPr>
      </p:cxnSp>
      <p:cxnSp>
        <p:nvCxnSpPr>
          <p:cNvPr id="148" name="Google Shape;148;p29"/>
          <p:cNvCxnSpPr/>
          <p:nvPr/>
        </p:nvCxnSpPr>
        <p:spPr>
          <a:xfrm>
            <a:off x="425198" y="415650"/>
            <a:ext cx="183300" cy="0"/>
          </a:xfrm>
          <a:prstGeom prst="straightConnector1">
            <a:avLst/>
          </a:prstGeom>
          <a:noFill/>
          <a:ln w="14300" cap="flat" cmpd="sng">
            <a:solidFill>
              <a:schemeClr val="dk2"/>
            </a:solidFill>
            <a:prstDash val="solid"/>
            <a:round/>
            <a:headEnd type="none" w="sm" len="sm"/>
            <a:tailEnd type="none" w="sm" len="sm"/>
          </a:ln>
        </p:spPr>
      </p:cxnSp>
      <p:sp>
        <p:nvSpPr>
          <p:cNvPr id="149" name="Google Shape;149;p29"/>
          <p:cNvSpPr txBox="1">
            <a:spLocks noGrp="1"/>
          </p:cNvSpPr>
          <p:nvPr>
            <p:ph type="title"/>
          </p:nvPr>
        </p:nvSpPr>
        <p:spPr>
          <a:xfrm>
            <a:off x="2400250" y="575950"/>
            <a:ext cx="6321600" cy="635400"/>
          </a:xfrm>
          <a:prstGeom prst="rect">
            <a:avLst/>
          </a:prstGeom>
          <a:noFill/>
          <a:ln>
            <a:noFill/>
          </a:ln>
        </p:spPr>
        <p:txBody>
          <a:bodyPr spcFirstLastPara="1" wrap="square" lIns="68575" tIns="68575" rIns="68575" bIns="68575" anchor="t" anchorCtr="0">
            <a:normAutofit/>
          </a:bodyPr>
          <a:lstStyle>
            <a:lvl1pPr lvl="0" algn="l">
              <a:lnSpc>
                <a:spcPct val="100000"/>
              </a:lnSpc>
              <a:spcBef>
                <a:spcPts val="0"/>
              </a:spcBef>
              <a:spcAft>
                <a:spcPts val="0"/>
              </a:spcAft>
              <a:buSzPts val="2300"/>
              <a:buNone/>
              <a:defRPr/>
            </a:lvl1pPr>
            <a:lvl2pPr lvl="1" algn="l">
              <a:lnSpc>
                <a:spcPct val="100000"/>
              </a:lnSpc>
              <a:spcBef>
                <a:spcPts val="0"/>
              </a:spcBef>
              <a:spcAft>
                <a:spcPts val="0"/>
              </a:spcAft>
              <a:buSzPts val="2300"/>
              <a:buNone/>
              <a:defRPr/>
            </a:lvl2pPr>
            <a:lvl3pPr lvl="2" algn="l">
              <a:lnSpc>
                <a:spcPct val="100000"/>
              </a:lnSpc>
              <a:spcBef>
                <a:spcPts val="0"/>
              </a:spcBef>
              <a:spcAft>
                <a:spcPts val="0"/>
              </a:spcAft>
              <a:buSzPts val="2300"/>
              <a:buNone/>
              <a:defRPr/>
            </a:lvl3pPr>
            <a:lvl4pPr lvl="3" algn="l">
              <a:lnSpc>
                <a:spcPct val="100000"/>
              </a:lnSpc>
              <a:spcBef>
                <a:spcPts val="0"/>
              </a:spcBef>
              <a:spcAft>
                <a:spcPts val="0"/>
              </a:spcAft>
              <a:buSzPts val="2300"/>
              <a:buNone/>
              <a:defRPr/>
            </a:lvl4pPr>
            <a:lvl5pPr lvl="4" algn="l">
              <a:lnSpc>
                <a:spcPct val="100000"/>
              </a:lnSpc>
              <a:spcBef>
                <a:spcPts val="0"/>
              </a:spcBef>
              <a:spcAft>
                <a:spcPts val="0"/>
              </a:spcAft>
              <a:buSzPts val="2300"/>
              <a:buNone/>
              <a:defRPr/>
            </a:lvl5pPr>
            <a:lvl6pPr lvl="5" algn="l">
              <a:lnSpc>
                <a:spcPct val="100000"/>
              </a:lnSpc>
              <a:spcBef>
                <a:spcPts val="0"/>
              </a:spcBef>
              <a:spcAft>
                <a:spcPts val="0"/>
              </a:spcAft>
              <a:buSzPts val="2300"/>
              <a:buNone/>
              <a:defRPr/>
            </a:lvl6pPr>
            <a:lvl7pPr lvl="6" algn="l">
              <a:lnSpc>
                <a:spcPct val="100000"/>
              </a:lnSpc>
              <a:spcBef>
                <a:spcPts val="0"/>
              </a:spcBef>
              <a:spcAft>
                <a:spcPts val="0"/>
              </a:spcAft>
              <a:buSzPts val="2300"/>
              <a:buNone/>
              <a:defRPr/>
            </a:lvl7pPr>
            <a:lvl8pPr lvl="7" algn="l">
              <a:lnSpc>
                <a:spcPct val="100000"/>
              </a:lnSpc>
              <a:spcBef>
                <a:spcPts val="0"/>
              </a:spcBef>
              <a:spcAft>
                <a:spcPts val="0"/>
              </a:spcAft>
              <a:buSzPts val="2300"/>
              <a:buNone/>
              <a:defRPr/>
            </a:lvl8pPr>
            <a:lvl9pPr lvl="8" algn="l">
              <a:lnSpc>
                <a:spcPct val="100000"/>
              </a:lnSpc>
              <a:spcBef>
                <a:spcPts val="0"/>
              </a:spcBef>
              <a:spcAft>
                <a:spcPts val="0"/>
              </a:spcAft>
              <a:buSzPts val="2300"/>
              <a:buNone/>
              <a:defRPr/>
            </a:lvl9pPr>
          </a:lstStyle>
          <a:p>
            <a:endParaRPr/>
          </a:p>
        </p:txBody>
      </p:sp>
      <p:sp>
        <p:nvSpPr>
          <p:cNvPr id="150" name="Google Shape;150;p29"/>
          <p:cNvSpPr txBox="1">
            <a:spLocks noGrp="1"/>
          </p:cNvSpPr>
          <p:nvPr>
            <p:ph type="body" idx="1"/>
          </p:nvPr>
        </p:nvSpPr>
        <p:spPr>
          <a:xfrm>
            <a:off x="2410112" y="1595776"/>
            <a:ext cx="6321600" cy="3002400"/>
          </a:xfrm>
          <a:prstGeom prst="rect">
            <a:avLst/>
          </a:prstGeom>
          <a:noFill/>
          <a:ln>
            <a:noFill/>
          </a:ln>
        </p:spPr>
        <p:txBody>
          <a:bodyPr spcFirstLastPara="1" wrap="square" lIns="68575" tIns="68575" rIns="68575" bIns="68575" anchor="t" anchorCtr="0">
            <a:normAutofit/>
          </a:bodyPr>
          <a:lstStyle>
            <a:lvl1pPr marL="457200" lvl="0" indent="-317500" algn="l">
              <a:lnSpc>
                <a:spcPct val="115000"/>
              </a:lnSpc>
              <a:spcBef>
                <a:spcPts val="0"/>
              </a:spcBef>
              <a:spcAft>
                <a:spcPts val="0"/>
              </a:spcAft>
              <a:buSzPts val="14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151" name="Google Shape;151;p29"/>
          <p:cNvSpPr txBox="1">
            <a:spLocks noGrp="1"/>
          </p:cNvSpPr>
          <p:nvPr>
            <p:ph type="sldNum" idx="12"/>
          </p:nvPr>
        </p:nvSpPr>
        <p:spPr>
          <a:xfrm>
            <a:off x="8497999" y="4688759"/>
            <a:ext cx="548700" cy="393600"/>
          </a:xfrm>
          <a:prstGeom prst="rect">
            <a:avLst/>
          </a:prstGeom>
          <a:noFill/>
          <a:ln>
            <a:noFill/>
          </a:ln>
        </p:spPr>
        <p:txBody>
          <a:bodyPr spcFirstLastPara="1" wrap="square" lIns="68575" tIns="68575" rIns="68575" bIns="68575" anchor="ctr" anchorCtr="0">
            <a:normAutofit/>
          </a:bodyPr>
          <a:lstStyle>
            <a:lvl1pPr marL="0" lvl="0" indent="0" algn="r">
              <a:buClr>
                <a:schemeClr val="dk2"/>
              </a:buClr>
              <a:buSzPts val="1000"/>
              <a:buFont typeface="Lato"/>
              <a:buNone/>
              <a:defRPr sz="1000">
                <a:solidFill>
                  <a:schemeClr val="dk2"/>
                </a:solidFill>
                <a:latin typeface="Lato"/>
                <a:ea typeface="Lato"/>
                <a:cs typeface="Lato"/>
                <a:sym typeface="Lato"/>
              </a:defRPr>
            </a:lvl1pPr>
            <a:lvl2pPr marL="0" lvl="1" indent="0" algn="r">
              <a:buClr>
                <a:schemeClr val="dk2"/>
              </a:buClr>
              <a:buSzPts val="1000"/>
              <a:buFont typeface="Lato"/>
              <a:buNone/>
              <a:defRPr sz="1000">
                <a:solidFill>
                  <a:schemeClr val="dk2"/>
                </a:solidFill>
                <a:latin typeface="Lato"/>
                <a:ea typeface="Lato"/>
                <a:cs typeface="Lato"/>
                <a:sym typeface="Lato"/>
              </a:defRPr>
            </a:lvl2pPr>
            <a:lvl3pPr marL="0" lvl="2" indent="0" algn="r">
              <a:buClr>
                <a:schemeClr val="dk2"/>
              </a:buClr>
              <a:buSzPts val="1000"/>
              <a:buFont typeface="Lato"/>
              <a:buNone/>
              <a:defRPr sz="1000">
                <a:solidFill>
                  <a:schemeClr val="dk2"/>
                </a:solidFill>
                <a:latin typeface="Lato"/>
                <a:ea typeface="Lato"/>
                <a:cs typeface="Lato"/>
                <a:sym typeface="Lato"/>
              </a:defRPr>
            </a:lvl3pPr>
            <a:lvl4pPr marL="0" lvl="3" indent="0" algn="r">
              <a:buClr>
                <a:schemeClr val="dk2"/>
              </a:buClr>
              <a:buSzPts val="1000"/>
              <a:buFont typeface="Lato"/>
              <a:buNone/>
              <a:defRPr sz="1000">
                <a:solidFill>
                  <a:schemeClr val="dk2"/>
                </a:solidFill>
                <a:latin typeface="Lato"/>
                <a:ea typeface="Lato"/>
                <a:cs typeface="Lato"/>
                <a:sym typeface="Lato"/>
              </a:defRPr>
            </a:lvl4pPr>
            <a:lvl5pPr marL="0" lvl="4" indent="0" algn="r">
              <a:buClr>
                <a:schemeClr val="dk2"/>
              </a:buClr>
              <a:buSzPts val="1000"/>
              <a:buFont typeface="Lato"/>
              <a:buNone/>
              <a:defRPr sz="1000">
                <a:solidFill>
                  <a:schemeClr val="dk2"/>
                </a:solidFill>
                <a:latin typeface="Lato"/>
                <a:ea typeface="Lato"/>
                <a:cs typeface="Lato"/>
                <a:sym typeface="Lato"/>
              </a:defRPr>
            </a:lvl5pPr>
            <a:lvl6pPr marL="0" lvl="5" indent="0" algn="r">
              <a:buClr>
                <a:schemeClr val="dk2"/>
              </a:buClr>
              <a:buSzPts val="1000"/>
              <a:buFont typeface="Lato"/>
              <a:buNone/>
              <a:defRPr sz="1000">
                <a:solidFill>
                  <a:schemeClr val="dk2"/>
                </a:solidFill>
                <a:latin typeface="Lato"/>
                <a:ea typeface="Lato"/>
                <a:cs typeface="Lato"/>
                <a:sym typeface="Lato"/>
              </a:defRPr>
            </a:lvl6pPr>
            <a:lvl7pPr marL="0" lvl="6" indent="0" algn="r">
              <a:buClr>
                <a:schemeClr val="dk2"/>
              </a:buClr>
              <a:buSzPts val="1000"/>
              <a:buFont typeface="Lato"/>
              <a:buNone/>
              <a:defRPr sz="1000">
                <a:solidFill>
                  <a:schemeClr val="dk2"/>
                </a:solidFill>
                <a:latin typeface="Lato"/>
                <a:ea typeface="Lato"/>
                <a:cs typeface="Lato"/>
                <a:sym typeface="Lato"/>
              </a:defRPr>
            </a:lvl7pPr>
            <a:lvl8pPr marL="0" lvl="7" indent="0" algn="r">
              <a:buClr>
                <a:schemeClr val="dk2"/>
              </a:buClr>
              <a:buSzPts val="1000"/>
              <a:buFont typeface="Lato"/>
              <a:buNone/>
              <a:defRPr sz="1000">
                <a:solidFill>
                  <a:schemeClr val="dk2"/>
                </a:solidFill>
                <a:latin typeface="Lato"/>
                <a:ea typeface="Lato"/>
                <a:cs typeface="Lato"/>
                <a:sym typeface="Lato"/>
              </a:defRPr>
            </a:lvl8pPr>
            <a:lvl9pPr marL="0" lvl="8" indent="0" algn="r">
              <a:buClr>
                <a:schemeClr val="dk2"/>
              </a:buClr>
              <a:buSzPts val="1000"/>
              <a:buFont typeface="Lato"/>
              <a:buNone/>
              <a:defRPr sz="10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52"/>
        <p:cNvGrpSpPr/>
        <p:nvPr/>
      </p:nvGrpSpPr>
      <p:grpSpPr>
        <a:xfrm>
          <a:off x="0" y="0"/>
          <a:ext cx="0" cy="0"/>
          <a:chOff x="0" y="0"/>
          <a:chExt cx="0" cy="0"/>
        </a:xfrm>
      </p:grpSpPr>
      <p:cxnSp>
        <p:nvCxnSpPr>
          <p:cNvPr id="153" name="Google Shape;153;p30"/>
          <p:cNvCxnSpPr/>
          <p:nvPr/>
        </p:nvCxnSpPr>
        <p:spPr>
          <a:xfrm>
            <a:off x="2477724" y="415650"/>
            <a:ext cx="6244200" cy="0"/>
          </a:xfrm>
          <a:prstGeom prst="straightConnector1">
            <a:avLst/>
          </a:prstGeom>
          <a:noFill/>
          <a:ln w="28575" cap="flat" cmpd="sng">
            <a:solidFill>
              <a:schemeClr val="dk2"/>
            </a:solidFill>
            <a:prstDash val="solid"/>
            <a:round/>
            <a:headEnd type="none" w="sm" len="sm"/>
            <a:tailEnd type="none" w="sm" len="sm"/>
          </a:ln>
        </p:spPr>
      </p:cxnSp>
      <p:cxnSp>
        <p:nvCxnSpPr>
          <p:cNvPr id="154" name="Google Shape;154;p30"/>
          <p:cNvCxnSpPr/>
          <p:nvPr/>
        </p:nvCxnSpPr>
        <p:spPr>
          <a:xfrm>
            <a:off x="2477724" y="4740000"/>
            <a:ext cx="6244200" cy="0"/>
          </a:xfrm>
          <a:prstGeom prst="straightConnector1">
            <a:avLst/>
          </a:prstGeom>
          <a:noFill/>
          <a:ln w="14300" cap="flat" cmpd="sng">
            <a:solidFill>
              <a:schemeClr val="dk2"/>
            </a:solidFill>
            <a:prstDash val="solid"/>
            <a:round/>
            <a:headEnd type="none" w="sm" len="sm"/>
            <a:tailEnd type="none" w="sm" len="sm"/>
          </a:ln>
        </p:spPr>
      </p:cxnSp>
      <p:cxnSp>
        <p:nvCxnSpPr>
          <p:cNvPr id="155" name="Google Shape;155;p30"/>
          <p:cNvCxnSpPr/>
          <p:nvPr/>
        </p:nvCxnSpPr>
        <p:spPr>
          <a:xfrm>
            <a:off x="425198" y="415650"/>
            <a:ext cx="183300" cy="0"/>
          </a:xfrm>
          <a:prstGeom prst="straightConnector1">
            <a:avLst/>
          </a:prstGeom>
          <a:noFill/>
          <a:ln w="14300" cap="flat" cmpd="sng">
            <a:solidFill>
              <a:schemeClr val="dk2"/>
            </a:solidFill>
            <a:prstDash val="solid"/>
            <a:round/>
            <a:headEnd type="none" w="sm" len="sm"/>
            <a:tailEnd type="none" w="sm" len="sm"/>
          </a:ln>
        </p:spPr>
      </p:cxnSp>
      <p:sp>
        <p:nvSpPr>
          <p:cNvPr id="156" name="Google Shape;156;p30"/>
          <p:cNvSpPr txBox="1">
            <a:spLocks noGrp="1"/>
          </p:cNvSpPr>
          <p:nvPr>
            <p:ph type="title"/>
          </p:nvPr>
        </p:nvSpPr>
        <p:spPr>
          <a:xfrm>
            <a:off x="2400250" y="575950"/>
            <a:ext cx="6321600" cy="635400"/>
          </a:xfrm>
          <a:prstGeom prst="rect">
            <a:avLst/>
          </a:prstGeom>
          <a:noFill/>
          <a:ln>
            <a:noFill/>
          </a:ln>
        </p:spPr>
        <p:txBody>
          <a:bodyPr spcFirstLastPara="1" wrap="square" lIns="68575" tIns="68575" rIns="68575" bIns="68575" anchor="t" anchorCtr="0">
            <a:normAutofit/>
          </a:bodyPr>
          <a:lstStyle>
            <a:lvl1pPr lvl="0" algn="l">
              <a:lnSpc>
                <a:spcPct val="100000"/>
              </a:lnSpc>
              <a:spcBef>
                <a:spcPts val="0"/>
              </a:spcBef>
              <a:spcAft>
                <a:spcPts val="0"/>
              </a:spcAft>
              <a:buSzPts val="2300"/>
              <a:buNone/>
              <a:defRPr/>
            </a:lvl1pPr>
            <a:lvl2pPr lvl="1" algn="l">
              <a:lnSpc>
                <a:spcPct val="100000"/>
              </a:lnSpc>
              <a:spcBef>
                <a:spcPts val="0"/>
              </a:spcBef>
              <a:spcAft>
                <a:spcPts val="0"/>
              </a:spcAft>
              <a:buSzPts val="2300"/>
              <a:buNone/>
              <a:defRPr/>
            </a:lvl2pPr>
            <a:lvl3pPr lvl="2" algn="l">
              <a:lnSpc>
                <a:spcPct val="100000"/>
              </a:lnSpc>
              <a:spcBef>
                <a:spcPts val="0"/>
              </a:spcBef>
              <a:spcAft>
                <a:spcPts val="0"/>
              </a:spcAft>
              <a:buSzPts val="2300"/>
              <a:buNone/>
              <a:defRPr/>
            </a:lvl3pPr>
            <a:lvl4pPr lvl="3" algn="l">
              <a:lnSpc>
                <a:spcPct val="100000"/>
              </a:lnSpc>
              <a:spcBef>
                <a:spcPts val="0"/>
              </a:spcBef>
              <a:spcAft>
                <a:spcPts val="0"/>
              </a:spcAft>
              <a:buSzPts val="2300"/>
              <a:buNone/>
              <a:defRPr/>
            </a:lvl4pPr>
            <a:lvl5pPr lvl="4" algn="l">
              <a:lnSpc>
                <a:spcPct val="100000"/>
              </a:lnSpc>
              <a:spcBef>
                <a:spcPts val="0"/>
              </a:spcBef>
              <a:spcAft>
                <a:spcPts val="0"/>
              </a:spcAft>
              <a:buSzPts val="2300"/>
              <a:buNone/>
              <a:defRPr/>
            </a:lvl5pPr>
            <a:lvl6pPr lvl="5" algn="l">
              <a:lnSpc>
                <a:spcPct val="100000"/>
              </a:lnSpc>
              <a:spcBef>
                <a:spcPts val="0"/>
              </a:spcBef>
              <a:spcAft>
                <a:spcPts val="0"/>
              </a:spcAft>
              <a:buSzPts val="2300"/>
              <a:buNone/>
              <a:defRPr/>
            </a:lvl6pPr>
            <a:lvl7pPr lvl="6" algn="l">
              <a:lnSpc>
                <a:spcPct val="100000"/>
              </a:lnSpc>
              <a:spcBef>
                <a:spcPts val="0"/>
              </a:spcBef>
              <a:spcAft>
                <a:spcPts val="0"/>
              </a:spcAft>
              <a:buSzPts val="2300"/>
              <a:buNone/>
              <a:defRPr/>
            </a:lvl7pPr>
            <a:lvl8pPr lvl="7" algn="l">
              <a:lnSpc>
                <a:spcPct val="100000"/>
              </a:lnSpc>
              <a:spcBef>
                <a:spcPts val="0"/>
              </a:spcBef>
              <a:spcAft>
                <a:spcPts val="0"/>
              </a:spcAft>
              <a:buSzPts val="2300"/>
              <a:buNone/>
              <a:defRPr/>
            </a:lvl8pPr>
            <a:lvl9pPr lvl="8" algn="l">
              <a:lnSpc>
                <a:spcPct val="100000"/>
              </a:lnSpc>
              <a:spcBef>
                <a:spcPts val="0"/>
              </a:spcBef>
              <a:spcAft>
                <a:spcPts val="0"/>
              </a:spcAft>
              <a:buSzPts val="2300"/>
              <a:buNone/>
              <a:defRPr/>
            </a:lvl9pPr>
          </a:lstStyle>
          <a:p>
            <a:endParaRPr/>
          </a:p>
        </p:txBody>
      </p:sp>
      <p:sp>
        <p:nvSpPr>
          <p:cNvPr id="157" name="Google Shape;157;p30"/>
          <p:cNvSpPr txBox="1">
            <a:spLocks noGrp="1"/>
          </p:cNvSpPr>
          <p:nvPr>
            <p:ph type="body" idx="1"/>
          </p:nvPr>
        </p:nvSpPr>
        <p:spPr>
          <a:xfrm>
            <a:off x="2400303" y="1602675"/>
            <a:ext cx="3071400" cy="3002400"/>
          </a:xfrm>
          <a:prstGeom prst="rect">
            <a:avLst/>
          </a:prstGeom>
          <a:noFill/>
          <a:ln>
            <a:noFill/>
          </a:ln>
        </p:spPr>
        <p:txBody>
          <a:bodyPr spcFirstLastPara="1" wrap="square" lIns="68575" tIns="68575" rIns="68575" bIns="68575" anchor="t" anchorCtr="0">
            <a:normAutofit/>
          </a:bodyPr>
          <a:lstStyle>
            <a:lvl1pPr marL="457200" lvl="0" indent="-298450" algn="l">
              <a:lnSpc>
                <a:spcPct val="115000"/>
              </a:lnSpc>
              <a:spcBef>
                <a:spcPts val="0"/>
              </a:spcBef>
              <a:spcAft>
                <a:spcPts val="0"/>
              </a:spcAft>
              <a:buSzPts val="1100"/>
              <a:buChar char="●"/>
              <a:defRPr sz="1400"/>
            </a:lvl1pPr>
            <a:lvl2pPr marL="914400" lvl="1" indent="-285750" algn="l">
              <a:lnSpc>
                <a:spcPct val="115000"/>
              </a:lnSpc>
              <a:spcBef>
                <a:spcPts val="0"/>
              </a:spcBef>
              <a:spcAft>
                <a:spcPts val="0"/>
              </a:spcAft>
              <a:buSzPts val="900"/>
              <a:buChar char="○"/>
              <a:defRPr sz="1200"/>
            </a:lvl2pPr>
            <a:lvl3pPr marL="1371600" lvl="2" indent="-285750" algn="l">
              <a:lnSpc>
                <a:spcPct val="115000"/>
              </a:lnSpc>
              <a:spcBef>
                <a:spcPts val="0"/>
              </a:spcBef>
              <a:spcAft>
                <a:spcPts val="0"/>
              </a:spcAft>
              <a:buSzPts val="900"/>
              <a:buChar char="■"/>
              <a:defRPr sz="1200"/>
            </a:lvl3pPr>
            <a:lvl4pPr marL="1828800" lvl="3" indent="-285750" algn="l">
              <a:lnSpc>
                <a:spcPct val="115000"/>
              </a:lnSpc>
              <a:spcBef>
                <a:spcPts val="0"/>
              </a:spcBef>
              <a:spcAft>
                <a:spcPts val="0"/>
              </a:spcAft>
              <a:buSzPts val="900"/>
              <a:buChar char="●"/>
              <a:defRPr sz="1200"/>
            </a:lvl4pPr>
            <a:lvl5pPr marL="2286000" lvl="4" indent="-285750" algn="l">
              <a:lnSpc>
                <a:spcPct val="115000"/>
              </a:lnSpc>
              <a:spcBef>
                <a:spcPts val="0"/>
              </a:spcBef>
              <a:spcAft>
                <a:spcPts val="0"/>
              </a:spcAft>
              <a:buSzPts val="900"/>
              <a:buChar char="○"/>
              <a:defRPr sz="1200"/>
            </a:lvl5pPr>
            <a:lvl6pPr marL="2743200" lvl="5" indent="-285750" algn="l">
              <a:lnSpc>
                <a:spcPct val="115000"/>
              </a:lnSpc>
              <a:spcBef>
                <a:spcPts val="0"/>
              </a:spcBef>
              <a:spcAft>
                <a:spcPts val="0"/>
              </a:spcAft>
              <a:buSzPts val="900"/>
              <a:buChar char="■"/>
              <a:defRPr sz="1200"/>
            </a:lvl6pPr>
            <a:lvl7pPr marL="3200400" lvl="6" indent="-285750" algn="l">
              <a:lnSpc>
                <a:spcPct val="115000"/>
              </a:lnSpc>
              <a:spcBef>
                <a:spcPts val="0"/>
              </a:spcBef>
              <a:spcAft>
                <a:spcPts val="0"/>
              </a:spcAft>
              <a:buSzPts val="900"/>
              <a:buChar char="●"/>
              <a:defRPr sz="1200"/>
            </a:lvl7pPr>
            <a:lvl8pPr marL="3657600" lvl="7" indent="-285750" algn="l">
              <a:lnSpc>
                <a:spcPct val="115000"/>
              </a:lnSpc>
              <a:spcBef>
                <a:spcPts val="0"/>
              </a:spcBef>
              <a:spcAft>
                <a:spcPts val="0"/>
              </a:spcAft>
              <a:buSzPts val="900"/>
              <a:buChar char="○"/>
              <a:defRPr sz="1200"/>
            </a:lvl8pPr>
            <a:lvl9pPr marL="4114800" lvl="8" indent="-285750" algn="l">
              <a:lnSpc>
                <a:spcPct val="115000"/>
              </a:lnSpc>
              <a:spcBef>
                <a:spcPts val="0"/>
              </a:spcBef>
              <a:spcAft>
                <a:spcPts val="0"/>
              </a:spcAft>
              <a:buSzPts val="900"/>
              <a:buChar char="■"/>
              <a:defRPr sz="1200"/>
            </a:lvl9pPr>
          </a:lstStyle>
          <a:p>
            <a:endParaRPr/>
          </a:p>
        </p:txBody>
      </p:sp>
      <p:sp>
        <p:nvSpPr>
          <p:cNvPr id="158" name="Google Shape;158;p30"/>
          <p:cNvSpPr txBox="1">
            <a:spLocks noGrp="1"/>
          </p:cNvSpPr>
          <p:nvPr>
            <p:ph type="body" idx="2"/>
          </p:nvPr>
        </p:nvSpPr>
        <p:spPr>
          <a:xfrm>
            <a:off x="5650572" y="1602675"/>
            <a:ext cx="3071400" cy="3002400"/>
          </a:xfrm>
          <a:prstGeom prst="rect">
            <a:avLst/>
          </a:prstGeom>
          <a:noFill/>
          <a:ln>
            <a:noFill/>
          </a:ln>
        </p:spPr>
        <p:txBody>
          <a:bodyPr spcFirstLastPara="1" wrap="square" lIns="68575" tIns="68575" rIns="68575" bIns="68575" anchor="t" anchorCtr="0">
            <a:normAutofit/>
          </a:bodyPr>
          <a:lstStyle>
            <a:lvl1pPr marL="457200" lvl="0" indent="-298450" algn="l">
              <a:lnSpc>
                <a:spcPct val="115000"/>
              </a:lnSpc>
              <a:spcBef>
                <a:spcPts val="0"/>
              </a:spcBef>
              <a:spcAft>
                <a:spcPts val="0"/>
              </a:spcAft>
              <a:buSzPts val="1100"/>
              <a:buChar char="●"/>
              <a:defRPr sz="1400"/>
            </a:lvl1pPr>
            <a:lvl2pPr marL="914400" lvl="1" indent="-285750" algn="l">
              <a:lnSpc>
                <a:spcPct val="115000"/>
              </a:lnSpc>
              <a:spcBef>
                <a:spcPts val="0"/>
              </a:spcBef>
              <a:spcAft>
                <a:spcPts val="0"/>
              </a:spcAft>
              <a:buSzPts val="900"/>
              <a:buChar char="○"/>
              <a:defRPr sz="1200"/>
            </a:lvl2pPr>
            <a:lvl3pPr marL="1371600" lvl="2" indent="-285750" algn="l">
              <a:lnSpc>
                <a:spcPct val="115000"/>
              </a:lnSpc>
              <a:spcBef>
                <a:spcPts val="0"/>
              </a:spcBef>
              <a:spcAft>
                <a:spcPts val="0"/>
              </a:spcAft>
              <a:buSzPts val="900"/>
              <a:buChar char="■"/>
              <a:defRPr sz="1200"/>
            </a:lvl3pPr>
            <a:lvl4pPr marL="1828800" lvl="3" indent="-285750" algn="l">
              <a:lnSpc>
                <a:spcPct val="115000"/>
              </a:lnSpc>
              <a:spcBef>
                <a:spcPts val="0"/>
              </a:spcBef>
              <a:spcAft>
                <a:spcPts val="0"/>
              </a:spcAft>
              <a:buSzPts val="900"/>
              <a:buChar char="●"/>
              <a:defRPr sz="1200"/>
            </a:lvl4pPr>
            <a:lvl5pPr marL="2286000" lvl="4" indent="-285750" algn="l">
              <a:lnSpc>
                <a:spcPct val="115000"/>
              </a:lnSpc>
              <a:spcBef>
                <a:spcPts val="0"/>
              </a:spcBef>
              <a:spcAft>
                <a:spcPts val="0"/>
              </a:spcAft>
              <a:buSzPts val="900"/>
              <a:buChar char="○"/>
              <a:defRPr sz="1200"/>
            </a:lvl5pPr>
            <a:lvl6pPr marL="2743200" lvl="5" indent="-285750" algn="l">
              <a:lnSpc>
                <a:spcPct val="115000"/>
              </a:lnSpc>
              <a:spcBef>
                <a:spcPts val="0"/>
              </a:spcBef>
              <a:spcAft>
                <a:spcPts val="0"/>
              </a:spcAft>
              <a:buSzPts val="900"/>
              <a:buChar char="■"/>
              <a:defRPr sz="1200"/>
            </a:lvl6pPr>
            <a:lvl7pPr marL="3200400" lvl="6" indent="-285750" algn="l">
              <a:lnSpc>
                <a:spcPct val="115000"/>
              </a:lnSpc>
              <a:spcBef>
                <a:spcPts val="0"/>
              </a:spcBef>
              <a:spcAft>
                <a:spcPts val="0"/>
              </a:spcAft>
              <a:buSzPts val="900"/>
              <a:buChar char="●"/>
              <a:defRPr sz="1200"/>
            </a:lvl7pPr>
            <a:lvl8pPr marL="3657600" lvl="7" indent="-285750" algn="l">
              <a:lnSpc>
                <a:spcPct val="115000"/>
              </a:lnSpc>
              <a:spcBef>
                <a:spcPts val="0"/>
              </a:spcBef>
              <a:spcAft>
                <a:spcPts val="0"/>
              </a:spcAft>
              <a:buSzPts val="900"/>
              <a:buChar char="○"/>
              <a:defRPr sz="1200"/>
            </a:lvl8pPr>
            <a:lvl9pPr marL="4114800" lvl="8" indent="-285750" algn="l">
              <a:lnSpc>
                <a:spcPct val="115000"/>
              </a:lnSpc>
              <a:spcBef>
                <a:spcPts val="0"/>
              </a:spcBef>
              <a:spcAft>
                <a:spcPts val="0"/>
              </a:spcAft>
              <a:buSzPts val="900"/>
              <a:buChar char="■"/>
              <a:defRPr sz="1200"/>
            </a:lvl9pPr>
          </a:lstStyle>
          <a:p>
            <a:endParaRPr/>
          </a:p>
        </p:txBody>
      </p:sp>
      <p:sp>
        <p:nvSpPr>
          <p:cNvPr id="159" name="Google Shape;159;p30"/>
          <p:cNvSpPr txBox="1">
            <a:spLocks noGrp="1"/>
          </p:cNvSpPr>
          <p:nvPr>
            <p:ph type="sldNum" idx="12"/>
          </p:nvPr>
        </p:nvSpPr>
        <p:spPr>
          <a:xfrm>
            <a:off x="8497999" y="4688759"/>
            <a:ext cx="548700" cy="393600"/>
          </a:xfrm>
          <a:prstGeom prst="rect">
            <a:avLst/>
          </a:prstGeom>
          <a:noFill/>
          <a:ln>
            <a:noFill/>
          </a:ln>
        </p:spPr>
        <p:txBody>
          <a:bodyPr spcFirstLastPara="1" wrap="square" lIns="68575" tIns="68575" rIns="68575" bIns="68575" anchor="ctr" anchorCtr="0">
            <a:normAutofit/>
          </a:bodyPr>
          <a:lstStyle>
            <a:lvl1pPr marL="0" lvl="0" indent="0" algn="r">
              <a:buClr>
                <a:schemeClr val="dk2"/>
              </a:buClr>
              <a:buSzPts val="1000"/>
              <a:buFont typeface="Lato"/>
              <a:buNone/>
              <a:defRPr sz="1000">
                <a:solidFill>
                  <a:schemeClr val="dk2"/>
                </a:solidFill>
                <a:latin typeface="Lato"/>
                <a:ea typeface="Lato"/>
                <a:cs typeface="Lato"/>
                <a:sym typeface="Lato"/>
              </a:defRPr>
            </a:lvl1pPr>
            <a:lvl2pPr marL="0" lvl="1" indent="0" algn="r">
              <a:buClr>
                <a:schemeClr val="dk2"/>
              </a:buClr>
              <a:buSzPts val="1000"/>
              <a:buFont typeface="Lato"/>
              <a:buNone/>
              <a:defRPr sz="1000">
                <a:solidFill>
                  <a:schemeClr val="dk2"/>
                </a:solidFill>
                <a:latin typeface="Lato"/>
                <a:ea typeface="Lato"/>
                <a:cs typeface="Lato"/>
                <a:sym typeface="Lato"/>
              </a:defRPr>
            </a:lvl2pPr>
            <a:lvl3pPr marL="0" lvl="2" indent="0" algn="r">
              <a:buClr>
                <a:schemeClr val="dk2"/>
              </a:buClr>
              <a:buSzPts val="1000"/>
              <a:buFont typeface="Lato"/>
              <a:buNone/>
              <a:defRPr sz="1000">
                <a:solidFill>
                  <a:schemeClr val="dk2"/>
                </a:solidFill>
                <a:latin typeface="Lato"/>
                <a:ea typeface="Lato"/>
                <a:cs typeface="Lato"/>
                <a:sym typeface="Lato"/>
              </a:defRPr>
            </a:lvl3pPr>
            <a:lvl4pPr marL="0" lvl="3" indent="0" algn="r">
              <a:buClr>
                <a:schemeClr val="dk2"/>
              </a:buClr>
              <a:buSzPts val="1000"/>
              <a:buFont typeface="Lato"/>
              <a:buNone/>
              <a:defRPr sz="1000">
                <a:solidFill>
                  <a:schemeClr val="dk2"/>
                </a:solidFill>
                <a:latin typeface="Lato"/>
                <a:ea typeface="Lato"/>
                <a:cs typeface="Lato"/>
                <a:sym typeface="Lato"/>
              </a:defRPr>
            </a:lvl4pPr>
            <a:lvl5pPr marL="0" lvl="4" indent="0" algn="r">
              <a:buClr>
                <a:schemeClr val="dk2"/>
              </a:buClr>
              <a:buSzPts val="1000"/>
              <a:buFont typeface="Lato"/>
              <a:buNone/>
              <a:defRPr sz="1000">
                <a:solidFill>
                  <a:schemeClr val="dk2"/>
                </a:solidFill>
                <a:latin typeface="Lato"/>
                <a:ea typeface="Lato"/>
                <a:cs typeface="Lato"/>
                <a:sym typeface="Lato"/>
              </a:defRPr>
            </a:lvl5pPr>
            <a:lvl6pPr marL="0" lvl="5" indent="0" algn="r">
              <a:buClr>
                <a:schemeClr val="dk2"/>
              </a:buClr>
              <a:buSzPts val="1000"/>
              <a:buFont typeface="Lato"/>
              <a:buNone/>
              <a:defRPr sz="1000">
                <a:solidFill>
                  <a:schemeClr val="dk2"/>
                </a:solidFill>
                <a:latin typeface="Lato"/>
                <a:ea typeface="Lato"/>
                <a:cs typeface="Lato"/>
                <a:sym typeface="Lato"/>
              </a:defRPr>
            </a:lvl6pPr>
            <a:lvl7pPr marL="0" lvl="6" indent="0" algn="r">
              <a:buClr>
                <a:schemeClr val="dk2"/>
              </a:buClr>
              <a:buSzPts val="1000"/>
              <a:buFont typeface="Lato"/>
              <a:buNone/>
              <a:defRPr sz="1000">
                <a:solidFill>
                  <a:schemeClr val="dk2"/>
                </a:solidFill>
                <a:latin typeface="Lato"/>
                <a:ea typeface="Lato"/>
                <a:cs typeface="Lato"/>
                <a:sym typeface="Lato"/>
              </a:defRPr>
            </a:lvl7pPr>
            <a:lvl8pPr marL="0" lvl="7" indent="0" algn="r">
              <a:buClr>
                <a:schemeClr val="dk2"/>
              </a:buClr>
              <a:buSzPts val="1000"/>
              <a:buFont typeface="Lato"/>
              <a:buNone/>
              <a:defRPr sz="1000">
                <a:solidFill>
                  <a:schemeClr val="dk2"/>
                </a:solidFill>
                <a:latin typeface="Lato"/>
                <a:ea typeface="Lato"/>
                <a:cs typeface="Lato"/>
                <a:sym typeface="Lato"/>
              </a:defRPr>
            </a:lvl8pPr>
            <a:lvl9pPr marL="0" lvl="8" indent="0" algn="r">
              <a:buClr>
                <a:schemeClr val="dk2"/>
              </a:buClr>
              <a:buSzPts val="1000"/>
              <a:buFont typeface="Lato"/>
              <a:buNone/>
              <a:defRPr sz="10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0"/>
        <p:cNvGrpSpPr/>
        <p:nvPr/>
      </p:nvGrpSpPr>
      <p:grpSpPr>
        <a:xfrm>
          <a:off x="0" y="0"/>
          <a:ext cx="0" cy="0"/>
          <a:chOff x="0" y="0"/>
          <a:chExt cx="0" cy="0"/>
        </a:xfrm>
      </p:grpSpPr>
      <p:sp>
        <p:nvSpPr>
          <p:cNvPr id="161" name="Google Shape;161;p31"/>
          <p:cNvSpPr txBox="1">
            <a:spLocks noGrp="1"/>
          </p:cNvSpPr>
          <p:nvPr>
            <p:ph type="title"/>
          </p:nvPr>
        </p:nvSpPr>
        <p:spPr>
          <a:xfrm>
            <a:off x="303300" y="411575"/>
            <a:ext cx="8520600" cy="639600"/>
          </a:xfrm>
          <a:prstGeom prst="rect">
            <a:avLst/>
          </a:prstGeom>
          <a:noFill/>
          <a:ln>
            <a:noFill/>
          </a:ln>
        </p:spPr>
        <p:txBody>
          <a:bodyPr spcFirstLastPara="1" wrap="square" lIns="68575" tIns="68575" rIns="68575" bIns="68575" anchor="t" anchorCtr="0">
            <a:normAutofit/>
          </a:bodyPr>
          <a:lstStyle>
            <a:lvl1pPr lvl="0" algn="l">
              <a:lnSpc>
                <a:spcPct val="100000"/>
              </a:lnSpc>
              <a:spcBef>
                <a:spcPts val="0"/>
              </a:spcBef>
              <a:spcAft>
                <a:spcPts val="0"/>
              </a:spcAft>
              <a:buSzPts val="2300"/>
              <a:buNone/>
              <a:defRPr/>
            </a:lvl1pPr>
            <a:lvl2pPr lvl="1" algn="l">
              <a:lnSpc>
                <a:spcPct val="100000"/>
              </a:lnSpc>
              <a:spcBef>
                <a:spcPts val="0"/>
              </a:spcBef>
              <a:spcAft>
                <a:spcPts val="0"/>
              </a:spcAft>
              <a:buSzPts val="2300"/>
              <a:buNone/>
              <a:defRPr/>
            </a:lvl2pPr>
            <a:lvl3pPr lvl="2" algn="l">
              <a:lnSpc>
                <a:spcPct val="100000"/>
              </a:lnSpc>
              <a:spcBef>
                <a:spcPts val="0"/>
              </a:spcBef>
              <a:spcAft>
                <a:spcPts val="0"/>
              </a:spcAft>
              <a:buSzPts val="2300"/>
              <a:buNone/>
              <a:defRPr/>
            </a:lvl3pPr>
            <a:lvl4pPr lvl="3" algn="l">
              <a:lnSpc>
                <a:spcPct val="100000"/>
              </a:lnSpc>
              <a:spcBef>
                <a:spcPts val="0"/>
              </a:spcBef>
              <a:spcAft>
                <a:spcPts val="0"/>
              </a:spcAft>
              <a:buSzPts val="2300"/>
              <a:buNone/>
              <a:defRPr/>
            </a:lvl4pPr>
            <a:lvl5pPr lvl="4" algn="l">
              <a:lnSpc>
                <a:spcPct val="100000"/>
              </a:lnSpc>
              <a:spcBef>
                <a:spcPts val="0"/>
              </a:spcBef>
              <a:spcAft>
                <a:spcPts val="0"/>
              </a:spcAft>
              <a:buSzPts val="2300"/>
              <a:buNone/>
              <a:defRPr/>
            </a:lvl5pPr>
            <a:lvl6pPr lvl="5" algn="l">
              <a:lnSpc>
                <a:spcPct val="100000"/>
              </a:lnSpc>
              <a:spcBef>
                <a:spcPts val="0"/>
              </a:spcBef>
              <a:spcAft>
                <a:spcPts val="0"/>
              </a:spcAft>
              <a:buSzPts val="2300"/>
              <a:buNone/>
              <a:defRPr/>
            </a:lvl6pPr>
            <a:lvl7pPr lvl="6" algn="l">
              <a:lnSpc>
                <a:spcPct val="100000"/>
              </a:lnSpc>
              <a:spcBef>
                <a:spcPts val="0"/>
              </a:spcBef>
              <a:spcAft>
                <a:spcPts val="0"/>
              </a:spcAft>
              <a:buSzPts val="2300"/>
              <a:buNone/>
              <a:defRPr/>
            </a:lvl7pPr>
            <a:lvl8pPr lvl="7" algn="l">
              <a:lnSpc>
                <a:spcPct val="100000"/>
              </a:lnSpc>
              <a:spcBef>
                <a:spcPts val="0"/>
              </a:spcBef>
              <a:spcAft>
                <a:spcPts val="0"/>
              </a:spcAft>
              <a:buSzPts val="2300"/>
              <a:buNone/>
              <a:defRPr/>
            </a:lvl8pPr>
            <a:lvl9pPr lvl="8" algn="l">
              <a:lnSpc>
                <a:spcPct val="100000"/>
              </a:lnSpc>
              <a:spcBef>
                <a:spcPts val="0"/>
              </a:spcBef>
              <a:spcAft>
                <a:spcPts val="0"/>
              </a:spcAft>
              <a:buSzPts val="2300"/>
              <a:buNone/>
              <a:defRPr/>
            </a:lvl9pPr>
          </a:lstStyle>
          <a:p>
            <a:endParaRPr/>
          </a:p>
        </p:txBody>
      </p:sp>
      <p:sp>
        <p:nvSpPr>
          <p:cNvPr id="162" name="Google Shape;162;p31"/>
          <p:cNvSpPr txBox="1">
            <a:spLocks noGrp="1"/>
          </p:cNvSpPr>
          <p:nvPr>
            <p:ph type="sldNum" idx="12"/>
          </p:nvPr>
        </p:nvSpPr>
        <p:spPr>
          <a:xfrm>
            <a:off x="8497999" y="4688759"/>
            <a:ext cx="548700" cy="393600"/>
          </a:xfrm>
          <a:prstGeom prst="rect">
            <a:avLst/>
          </a:prstGeom>
          <a:noFill/>
          <a:ln>
            <a:noFill/>
          </a:ln>
        </p:spPr>
        <p:txBody>
          <a:bodyPr spcFirstLastPara="1" wrap="square" lIns="68575" tIns="68575" rIns="68575" bIns="68575" anchor="ctr" anchorCtr="0">
            <a:normAutofit/>
          </a:bodyPr>
          <a:lstStyle>
            <a:lvl1pPr marL="0" lvl="0" indent="0" algn="r">
              <a:buClr>
                <a:schemeClr val="dk2"/>
              </a:buClr>
              <a:buSzPts val="1000"/>
              <a:buFont typeface="Lato"/>
              <a:buNone/>
              <a:defRPr sz="1000">
                <a:solidFill>
                  <a:schemeClr val="dk2"/>
                </a:solidFill>
                <a:latin typeface="Lato"/>
                <a:ea typeface="Lato"/>
                <a:cs typeface="Lato"/>
                <a:sym typeface="Lato"/>
              </a:defRPr>
            </a:lvl1pPr>
            <a:lvl2pPr marL="0" lvl="1" indent="0" algn="r">
              <a:buClr>
                <a:schemeClr val="dk2"/>
              </a:buClr>
              <a:buSzPts val="1000"/>
              <a:buFont typeface="Lato"/>
              <a:buNone/>
              <a:defRPr sz="1000">
                <a:solidFill>
                  <a:schemeClr val="dk2"/>
                </a:solidFill>
                <a:latin typeface="Lato"/>
                <a:ea typeface="Lato"/>
                <a:cs typeface="Lato"/>
                <a:sym typeface="Lato"/>
              </a:defRPr>
            </a:lvl2pPr>
            <a:lvl3pPr marL="0" lvl="2" indent="0" algn="r">
              <a:buClr>
                <a:schemeClr val="dk2"/>
              </a:buClr>
              <a:buSzPts val="1000"/>
              <a:buFont typeface="Lato"/>
              <a:buNone/>
              <a:defRPr sz="1000">
                <a:solidFill>
                  <a:schemeClr val="dk2"/>
                </a:solidFill>
                <a:latin typeface="Lato"/>
                <a:ea typeface="Lato"/>
                <a:cs typeface="Lato"/>
                <a:sym typeface="Lato"/>
              </a:defRPr>
            </a:lvl3pPr>
            <a:lvl4pPr marL="0" lvl="3" indent="0" algn="r">
              <a:buClr>
                <a:schemeClr val="dk2"/>
              </a:buClr>
              <a:buSzPts val="1000"/>
              <a:buFont typeface="Lato"/>
              <a:buNone/>
              <a:defRPr sz="1000">
                <a:solidFill>
                  <a:schemeClr val="dk2"/>
                </a:solidFill>
                <a:latin typeface="Lato"/>
                <a:ea typeface="Lato"/>
                <a:cs typeface="Lato"/>
                <a:sym typeface="Lato"/>
              </a:defRPr>
            </a:lvl4pPr>
            <a:lvl5pPr marL="0" lvl="4" indent="0" algn="r">
              <a:buClr>
                <a:schemeClr val="dk2"/>
              </a:buClr>
              <a:buSzPts val="1000"/>
              <a:buFont typeface="Lato"/>
              <a:buNone/>
              <a:defRPr sz="1000">
                <a:solidFill>
                  <a:schemeClr val="dk2"/>
                </a:solidFill>
                <a:latin typeface="Lato"/>
                <a:ea typeface="Lato"/>
                <a:cs typeface="Lato"/>
                <a:sym typeface="Lato"/>
              </a:defRPr>
            </a:lvl5pPr>
            <a:lvl6pPr marL="0" lvl="5" indent="0" algn="r">
              <a:buClr>
                <a:schemeClr val="dk2"/>
              </a:buClr>
              <a:buSzPts val="1000"/>
              <a:buFont typeface="Lato"/>
              <a:buNone/>
              <a:defRPr sz="1000">
                <a:solidFill>
                  <a:schemeClr val="dk2"/>
                </a:solidFill>
                <a:latin typeface="Lato"/>
                <a:ea typeface="Lato"/>
                <a:cs typeface="Lato"/>
                <a:sym typeface="Lato"/>
              </a:defRPr>
            </a:lvl6pPr>
            <a:lvl7pPr marL="0" lvl="6" indent="0" algn="r">
              <a:buClr>
                <a:schemeClr val="dk2"/>
              </a:buClr>
              <a:buSzPts val="1000"/>
              <a:buFont typeface="Lato"/>
              <a:buNone/>
              <a:defRPr sz="1000">
                <a:solidFill>
                  <a:schemeClr val="dk2"/>
                </a:solidFill>
                <a:latin typeface="Lato"/>
                <a:ea typeface="Lato"/>
                <a:cs typeface="Lato"/>
                <a:sym typeface="Lato"/>
              </a:defRPr>
            </a:lvl7pPr>
            <a:lvl8pPr marL="0" lvl="7" indent="0" algn="r">
              <a:buClr>
                <a:schemeClr val="dk2"/>
              </a:buClr>
              <a:buSzPts val="1000"/>
              <a:buFont typeface="Lato"/>
              <a:buNone/>
              <a:defRPr sz="1000">
                <a:solidFill>
                  <a:schemeClr val="dk2"/>
                </a:solidFill>
                <a:latin typeface="Lato"/>
                <a:ea typeface="Lato"/>
                <a:cs typeface="Lato"/>
                <a:sym typeface="Lato"/>
              </a:defRPr>
            </a:lvl8pPr>
            <a:lvl9pPr marL="0" lvl="8" indent="0" algn="r">
              <a:buClr>
                <a:schemeClr val="dk2"/>
              </a:buClr>
              <a:buSzPts val="1000"/>
              <a:buFont typeface="Lato"/>
              <a:buNone/>
              <a:defRPr sz="10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63"/>
        <p:cNvGrpSpPr/>
        <p:nvPr/>
      </p:nvGrpSpPr>
      <p:grpSpPr>
        <a:xfrm>
          <a:off x="0" y="0"/>
          <a:ext cx="0" cy="0"/>
          <a:chOff x="0" y="0"/>
          <a:chExt cx="0" cy="0"/>
        </a:xfrm>
      </p:grpSpPr>
      <p:cxnSp>
        <p:nvCxnSpPr>
          <p:cNvPr id="164" name="Google Shape;164;p32"/>
          <p:cNvCxnSpPr/>
          <p:nvPr/>
        </p:nvCxnSpPr>
        <p:spPr>
          <a:xfrm>
            <a:off x="425198" y="415650"/>
            <a:ext cx="183300" cy="0"/>
          </a:xfrm>
          <a:prstGeom prst="straightConnector1">
            <a:avLst/>
          </a:prstGeom>
          <a:noFill/>
          <a:ln w="14300" cap="flat" cmpd="sng">
            <a:solidFill>
              <a:schemeClr val="dk2"/>
            </a:solidFill>
            <a:prstDash val="solid"/>
            <a:round/>
            <a:headEnd type="none" w="sm" len="sm"/>
            <a:tailEnd type="none" w="sm" len="sm"/>
          </a:ln>
        </p:spPr>
      </p:cxnSp>
      <p:sp>
        <p:nvSpPr>
          <p:cNvPr id="165" name="Google Shape;165;p32"/>
          <p:cNvSpPr txBox="1">
            <a:spLocks noGrp="1"/>
          </p:cNvSpPr>
          <p:nvPr>
            <p:ph type="title"/>
          </p:nvPr>
        </p:nvSpPr>
        <p:spPr>
          <a:xfrm>
            <a:off x="319500" y="936600"/>
            <a:ext cx="2808000" cy="755700"/>
          </a:xfrm>
          <a:prstGeom prst="rect">
            <a:avLst/>
          </a:prstGeom>
          <a:noFill/>
          <a:ln>
            <a:noFill/>
          </a:ln>
        </p:spPr>
        <p:txBody>
          <a:bodyPr spcFirstLastPara="1" wrap="square" lIns="68575" tIns="68575" rIns="68575" bIns="68575" anchor="b" anchorCtr="0">
            <a:normAutofit/>
          </a:bodyPr>
          <a:lstStyle>
            <a:lvl1pPr lvl="0" algn="l">
              <a:lnSpc>
                <a:spcPct val="100000"/>
              </a:lnSpc>
              <a:spcBef>
                <a:spcPts val="0"/>
              </a:spcBef>
              <a:spcAft>
                <a:spcPts val="0"/>
              </a:spcAft>
              <a:buSzPts val="1800"/>
              <a:buNone/>
              <a:defRPr sz="2400"/>
            </a:lvl1pPr>
            <a:lvl2pPr lvl="1" algn="l">
              <a:lnSpc>
                <a:spcPct val="100000"/>
              </a:lnSpc>
              <a:spcBef>
                <a:spcPts val="0"/>
              </a:spcBef>
              <a:spcAft>
                <a:spcPts val="0"/>
              </a:spcAft>
              <a:buSzPts val="1800"/>
              <a:buNone/>
              <a:defRPr sz="2400"/>
            </a:lvl2pPr>
            <a:lvl3pPr lvl="2" algn="l">
              <a:lnSpc>
                <a:spcPct val="100000"/>
              </a:lnSpc>
              <a:spcBef>
                <a:spcPts val="0"/>
              </a:spcBef>
              <a:spcAft>
                <a:spcPts val="0"/>
              </a:spcAft>
              <a:buSzPts val="1800"/>
              <a:buNone/>
              <a:defRPr sz="2400"/>
            </a:lvl3pPr>
            <a:lvl4pPr lvl="3" algn="l">
              <a:lnSpc>
                <a:spcPct val="100000"/>
              </a:lnSpc>
              <a:spcBef>
                <a:spcPts val="0"/>
              </a:spcBef>
              <a:spcAft>
                <a:spcPts val="0"/>
              </a:spcAft>
              <a:buSzPts val="1800"/>
              <a:buNone/>
              <a:defRPr sz="2400"/>
            </a:lvl4pPr>
            <a:lvl5pPr lvl="4" algn="l">
              <a:lnSpc>
                <a:spcPct val="100000"/>
              </a:lnSpc>
              <a:spcBef>
                <a:spcPts val="0"/>
              </a:spcBef>
              <a:spcAft>
                <a:spcPts val="0"/>
              </a:spcAft>
              <a:buSzPts val="1800"/>
              <a:buNone/>
              <a:defRPr sz="2400"/>
            </a:lvl5pPr>
            <a:lvl6pPr lvl="5" algn="l">
              <a:lnSpc>
                <a:spcPct val="100000"/>
              </a:lnSpc>
              <a:spcBef>
                <a:spcPts val="0"/>
              </a:spcBef>
              <a:spcAft>
                <a:spcPts val="0"/>
              </a:spcAft>
              <a:buSzPts val="1800"/>
              <a:buNone/>
              <a:defRPr sz="2400"/>
            </a:lvl6pPr>
            <a:lvl7pPr lvl="6" algn="l">
              <a:lnSpc>
                <a:spcPct val="100000"/>
              </a:lnSpc>
              <a:spcBef>
                <a:spcPts val="0"/>
              </a:spcBef>
              <a:spcAft>
                <a:spcPts val="0"/>
              </a:spcAft>
              <a:buSzPts val="1800"/>
              <a:buNone/>
              <a:defRPr sz="2400"/>
            </a:lvl7pPr>
            <a:lvl8pPr lvl="7" algn="l">
              <a:lnSpc>
                <a:spcPct val="100000"/>
              </a:lnSpc>
              <a:spcBef>
                <a:spcPts val="0"/>
              </a:spcBef>
              <a:spcAft>
                <a:spcPts val="0"/>
              </a:spcAft>
              <a:buSzPts val="1800"/>
              <a:buNone/>
              <a:defRPr sz="2400"/>
            </a:lvl8pPr>
            <a:lvl9pPr lvl="8" algn="l">
              <a:lnSpc>
                <a:spcPct val="100000"/>
              </a:lnSpc>
              <a:spcBef>
                <a:spcPts val="0"/>
              </a:spcBef>
              <a:spcAft>
                <a:spcPts val="0"/>
              </a:spcAft>
              <a:buSzPts val="1800"/>
              <a:buNone/>
              <a:defRPr sz="2400"/>
            </a:lvl9pPr>
          </a:lstStyle>
          <a:p>
            <a:endParaRPr/>
          </a:p>
        </p:txBody>
      </p:sp>
      <p:sp>
        <p:nvSpPr>
          <p:cNvPr id="166" name="Google Shape;166;p32"/>
          <p:cNvSpPr txBox="1">
            <a:spLocks noGrp="1"/>
          </p:cNvSpPr>
          <p:nvPr>
            <p:ph type="body" idx="1"/>
          </p:nvPr>
        </p:nvSpPr>
        <p:spPr>
          <a:xfrm>
            <a:off x="319500" y="1846804"/>
            <a:ext cx="2808000" cy="2806200"/>
          </a:xfrm>
          <a:prstGeom prst="rect">
            <a:avLst/>
          </a:prstGeom>
          <a:noFill/>
          <a:ln>
            <a:noFill/>
          </a:ln>
        </p:spPr>
        <p:txBody>
          <a:bodyPr spcFirstLastPara="1" wrap="square" lIns="68575" tIns="68575" rIns="68575" bIns="68575" anchor="t" anchorCtr="0">
            <a:normAutofit/>
          </a:bodyPr>
          <a:lstStyle>
            <a:lvl1pPr marL="457200" lvl="0" indent="-285750" algn="l">
              <a:lnSpc>
                <a:spcPct val="115000"/>
              </a:lnSpc>
              <a:spcBef>
                <a:spcPts val="0"/>
              </a:spcBef>
              <a:spcAft>
                <a:spcPts val="0"/>
              </a:spcAft>
              <a:buSzPts val="900"/>
              <a:buChar char="●"/>
              <a:defRPr sz="1200"/>
            </a:lvl1pPr>
            <a:lvl2pPr marL="914400" lvl="1" indent="-285750" algn="l">
              <a:lnSpc>
                <a:spcPct val="115000"/>
              </a:lnSpc>
              <a:spcBef>
                <a:spcPts val="0"/>
              </a:spcBef>
              <a:spcAft>
                <a:spcPts val="0"/>
              </a:spcAft>
              <a:buSzPts val="900"/>
              <a:buChar char="○"/>
              <a:defRPr sz="1200"/>
            </a:lvl2pPr>
            <a:lvl3pPr marL="1371600" lvl="2" indent="-285750" algn="l">
              <a:lnSpc>
                <a:spcPct val="115000"/>
              </a:lnSpc>
              <a:spcBef>
                <a:spcPts val="0"/>
              </a:spcBef>
              <a:spcAft>
                <a:spcPts val="0"/>
              </a:spcAft>
              <a:buSzPts val="900"/>
              <a:buChar char="■"/>
              <a:defRPr sz="1200"/>
            </a:lvl3pPr>
            <a:lvl4pPr marL="1828800" lvl="3" indent="-285750" algn="l">
              <a:lnSpc>
                <a:spcPct val="115000"/>
              </a:lnSpc>
              <a:spcBef>
                <a:spcPts val="0"/>
              </a:spcBef>
              <a:spcAft>
                <a:spcPts val="0"/>
              </a:spcAft>
              <a:buSzPts val="900"/>
              <a:buChar char="●"/>
              <a:defRPr sz="1200"/>
            </a:lvl4pPr>
            <a:lvl5pPr marL="2286000" lvl="4" indent="-285750" algn="l">
              <a:lnSpc>
                <a:spcPct val="115000"/>
              </a:lnSpc>
              <a:spcBef>
                <a:spcPts val="0"/>
              </a:spcBef>
              <a:spcAft>
                <a:spcPts val="0"/>
              </a:spcAft>
              <a:buSzPts val="900"/>
              <a:buChar char="○"/>
              <a:defRPr sz="1200"/>
            </a:lvl5pPr>
            <a:lvl6pPr marL="2743200" lvl="5" indent="-285750" algn="l">
              <a:lnSpc>
                <a:spcPct val="115000"/>
              </a:lnSpc>
              <a:spcBef>
                <a:spcPts val="0"/>
              </a:spcBef>
              <a:spcAft>
                <a:spcPts val="0"/>
              </a:spcAft>
              <a:buSzPts val="900"/>
              <a:buChar char="■"/>
              <a:defRPr sz="1200"/>
            </a:lvl6pPr>
            <a:lvl7pPr marL="3200400" lvl="6" indent="-285750" algn="l">
              <a:lnSpc>
                <a:spcPct val="115000"/>
              </a:lnSpc>
              <a:spcBef>
                <a:spcPts val="0"/>
              </a:spcBef>
              <a:spcAft>
                <a:spcPts val="0"/>
              </a:spcAft>
              <a:buSzPts val="900"/>
              <a:buChar char="●"/>
              <a:defRPr sz="1200"/>
            </a:lvl7pPr>
            <a:lvl8pPr marL="3657600" lvl="7" indent="-285750" algn="l">
              <a:lnSpc>
                <a:spcPct val="115000"/>
              </a:lnSpc>
              <a:spcBef>
                <a:spcPts val="0"/>
              </a:spcBef>
              <a:spcAft>
                <a:spcPts val="0"/>
              </a:spcAft>
              <a:buSzPts val="900"/>
              <a:buChar char="○"/>
              <a:defRPr sz="1200"/>
            </a:lvl8pPr>
            <a:lvl9pPr marL="4114800" lvl="8" indent="-285750" algn="l">
              <a:lnSpc>
                <a:spcPct val="115000"/>
              </a:lnSpc>
              <a:spcBef>
                <a:spcPts val="0"/>
              </a:spcBef>
              <a:spcAft>
                <a:spcPts val="0"/>
              </a:spcAft>
              <a:buSzPts val="900"/>
              <a:buChar char="■"/>
              <a:defRPr sz="1200"/>
            </a:lvl9pPr>
          </a:lstStyle>
          <a:p>
            <a:endParaRPr/>
          </a:p>
        </p:txBody>
      </p:sp>
      <p:sp>
        <p:nvSpPr>
          <p:cNvPr id="167" name="Google Shape;167;p32"/>
          <p:cNvSpPr txBox="1">
            <a:spLocks noGrp="1"/>
          </p:cNvSpPr>
          <p:nvPr>
            <p:ph type="sldNum" idx="12"/>
          </p:nvPr>
        </p:nvSpPr>
        <p:spPr>
          <a:xfrm>
            <a:off x="8497999" y="4688759"/>
            <a:ext cx="548700" cy="393600"/>
          </a:xfrm>
          <a:prstGeom prst="rect">
            <a:avLst/>
          </a:prstGeom>
          <a:noFill/>
          <a:ln>
            <a:noFill/>
          </a:ln>
        </p:spPr>
        <p:txBody>
          <a:bodyPr spcFirstLastPara="1" wrap="square" lIns="68575" tIns="68575" rIns="68575" bIns="68575" anchor="ctr" anchorCtr="0">
            <a:normAutofit/>
          </a:bodyPr>
          <a:lstStyle>
            <a:lvl1pPr marL="0" lvl="0" indent="0" algn="r">
              <a:buClr>
                <a:schemeClr val="dk2"/>
              </a:buClr>
              <a:buSzPts val="1000"/>
              <a:buFont typeface="Lato"/>
              <a:buNone/>
              <a:defRPr sz="1000">
                <a:solidFill>
                  <a:schemeClr val="dk2"/>
                </a:solidFill>
                <a:latin typeface="Lato"/>
                <a:ea typeface="Lato"/>
                <a:cs typeface="Lato"/>
                <a:sym typeface="Lato"/>
              </a:defRPr>
            </a:lvl1pPr>
            <a:lvl2pPr marL="0" lvl="1" indent="0" algn="r">
              <a:buClr>
                <a:schemeClr val="dk2"/>
              </a:buClr>
              <a:buSzPts val="1000"/>
              <a:buFont typeface="Lato"/>
              <a:buNone/>
              <a:defRPr sz="1000">
                <a:solidFill>
                  <a:schemeClr val="dk2"/>
                </a:solidFill>
                <a:latin typeface="Lato"/>
                <a:ea typeface="Lato"/>
                <a:cs typeface="Lato"/>
                <a:sym typeface="Lato"/>
              </a:defRPr>
            </a:lvl2pPr>
            <a:lvl3pPr marL="0" lvl="2" indent="0" algn="r">
              <a:buClr>
                <a:schemeClr val="dk2"/>
              </a:buClr>
              <a:buSzPts val="1000"/>
              <a:buFont typeface="Lato"/>
              <a:buNone/>
              <a:defRPr sz="1000">
                <a:solidFill>
                  <a:schemeClr val="dk2"/>
                </a:solidFill>
                <a:latin typeface="Lato"/>
                <a:ea typeface="Lato"/>
                <a:cs typeface="Lato"/>
                <a:sym typeface="Lato"/>
              </a:defRPr>
            </a:lvl3pPr>
            <a:lvl4pPr marL="0" lvl="3" indent="0" algn="r">
              <a:buClr>
                <a:schemeClr val="dk2"/>
              </a:buClr>
              <a:buSzPts val="1000"/>
              <a:buFont typeface="Lato"/>
              <a:buNone/>
              <a:defRPr sz="1000">
                <a:solidFill>
                  <a:schemeClr val="dk2"/>
                </a:solidFill>
                <a:latin typeface="Lato"/>
                <a:ea typeface="Lato"/>
                <a:cs typeface="Lato"/>
                <a:sym typeface="Lato"/>
              </a:defRPr>
            </a:lvl4pPr>
            <a:lvl5pPr marL="0" lvl="4" indent="0" algn="r">
              <a:buClr>
                <a:schemeClr val="dk2"/>
              </a:buClr>
              <a:buSzPts val="1000"/>
              <a:buFont typeface="Lato"/>
              <a:buNone/>
              <a:defRPr sz="1000">
                <a:solidFill>
                  <a:schemeClr val="dk2"/>
                </a:solidFill>
                <a:latin typeface="Lato"/>
                <a:ea typeface="Lato"/>
                <a:cs typeface="Lato"/>
                <a:sym typeface="Lato"/>
              </a:defRPr>
            </a:lvl5pPr>
            <a:lvl6pPr marL="0" lvl="5" indent="0" algn="r">
              <a:buClr>
                <a:schemeClr val="dk2"/>
              </a:buClr>
              <a:buSzPts val="1000"/>
              <a:buFont typeface="Lato"/>
              <a:buNone/>
              <a:defRPr sz="1000">
                <a:solidFill>
                  <a:schemeClr val="dk2"/>
                </a:solidFill>
                <a:latin typeface="Lato"/>
                <a:ea typeface="Lato"/>
                <a:cs typeface="Lato"/>
                <a:sym typeface="Lato"/>
              </a:defRPr>
            </a:lvl6pPr>
            <a:lvl7pPr marL="0" lvl="6" indent="0" algn="r">
              <a:buClr>
                <a:schemeClr val="dk2"/>
              </a:buClr>
              <a:buSzPts val="1000"/>
              <a:buFont typeface="Lato"/>
              <a:buNone/>
              <a:defRPr sz="1000">
                <a:solidFill>
                  <a:schemeClr val="dk2"/>
                </a:solidFill>
                <a:latin typeface="Lato"/>
                <a:ea typeface="Lato"/>
                <a:cs typeface="Lato"/>
                <a:sym typeface="Lato"/>
              </a:defRPr>
            </a:lvl7pPr>
            <a:lvl8pPr marL="0" lvl="7" indent="0" algn="r">
              <a:buClr>
                <a:schemeClr val="dk2"/>
              </a:buClr>
              <a:buSzPts val="1000"/>
              <a:buFont typeface="Lato"/>
              <a:buNone/>
              <a:defRPr sz="1000">
                <a:solidFill>
                  <a:schemeClr val="dk2"/>
                </a:solidFill>
                <a:latin typeface="Lato"/>
                <a:ea typeface="Lato"/>
                <a:cs typeface="Lato"/>
                <a:sym typeface="Lato"/>
              </a:defRPr>
            </a:lvl8pPr>
            <a:lvl9pPr marL="0" lvl="8" indent="0" algn="r">
              <a:buClr>
                <a:schemeClr val="dk2"/>
              </a:buClr>
              <a:buSzPts val="1000"/>
              <a:buFont typeface="Lato"/>
              <a:buNone/>
              <a:defRPr sz="10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lt2"/>
        </a:solidFill>
        <a:effectLst/>
      </p:bgPr>
    </p:bg>
    <p:spTree>
      <p:nvGrpSpPr>
        <p:cNvPr id="1" name="Shape 168"/>
        <p:cNvGrpSpPr/>
        <p:nvPr/>
      </p:nvGrpSpPr>
      <p:grpSpPr>
        <a:xfrm>
          <a:off x="0" y="0"/>
          <a:ext cx="0" cy="0"/>
          <a:chOff x="0" y="0"/>
          <a:chExt cx="0" cy="0"/>
        </a:xfrm>
      </p:grpSpPr>
      <p:cxnSp>
        <p:nvCxnSpPr>
          <p:cNvPr id="169" name="Google Shape;169;p33"/>
          <p:cNvCxnSpPr/>
          <p:nvPr/>
        </p:nvCxnSpPr>
        <p:spPr>
          <a:xfrm>
            <a:off x="425198" y="415650"/>
            <a:ext cx="183300" cy="0"/>
          </a:xfrm>
          <a:prstGeom prst="straightConnector1">
            <a:avLst/>
          </a:prstGeom>
          <a:noFill/>
          <a:ln w="14300" cap="flat" cmpd="sng">
            <a:solidFill>
              <a:schemeClr val="lt1"/>
            </a:solidFill>
            <a:prstDash val="solid"/>
            <a:round/>
            <a:headEnd type="none" w="sm" len="sm"/>
            <a:tailEnd type="none" w="sm" len="sm"/>
          </a:ln>
        </p:spPr>
      </p:cxnSp>
      <p:sp>
        <p:nvSpPr>
          <p:cNvPr id="170" name="Google Shape;170;p33"/>
          <p:cNvSpPr txBox="1">
            <a:spLocks noGrp="1"/>
          </p:cNvSpPr>
          <p:nvPr>
            <p:ph type="title"/>
          </p:nvPr>
        </p:nvSpPr>
        <p:spPr>
          <a:xfrm>
            <a:off x="283103" y="712141"/>
            <a:ext cx="6244200" cy="3835500"/>
          </a:xfrm>
          <a:prstGeom prst="rect">
            <a:avLst/>
          </a:prstGeom>
          <a:noFill/>
          <a:ln>
            <a:noFill/>
          </a:ln>
        </p:spPr>
        <p:txBody>
          <a:bodyPr spcFirstLastPara="1" wrap="square" lIns="68575" tIns="68575" rIns="68575" bIns="68575" anchor="ctr" anchorCtr="0">
            <a:normAutofit/>
          </a:bodyPr>
          <a:lstStyle>
            <a:lvl1pPr lvl="0" algn="l">
              <a:lnSpc>
                <a:spcPct val="100000"/>
              </a:lnSpc>
              <a:spcBef>
                <a:spcPts val="0"/>
              </a:spcBef>
              <a:spcAft>
                <a:spcPts val="0"/>
              </a:spcAft>
              <a:buClr>
                <a:schemeClr val="lt1"/>
              </a:buClr>
              <a:buSzPts val="3600"/>
              <a:buNone/>
              <a:defRPr sz="4800">
                <a:solidFill>
                  <a:schemeClr val="lt1"/>
                </a:solidFill>
              </a:defRPr>
            </a:lvl1pPr>
            <a:lvl2pPr lvl="1" algn="l">
              <a:lnSpc>
                <a:spcPct val="100000"/>
              </a:lnSpc>
              <a:spcBef>
                <a:spcPts val="0"/>
              </a:spcBef>
              <a:spcAft>
                <a:spcPts val="0"/>
              </a:spcAft>
              <a:buClr>
                <a:schemeClr val="lt1"/>
              </a:buClr>
              <a:buSzPts val="3600"/>
              <a:buNone/>
              <a:defRPr sz="4800">
                <a:solidFill>
                  <a:schemeClr val="lt1"/>
                </a:solidFill>
              </a:defRPr>
            </a:lvl2pPr>
            <a:lvl3pPr lvl="2" algn="l">
              <a:lnSpc>
                <a:spcPct val="100000"/>
              </a:lnSpc>
              <a:spcBef>
                <a:spcPts val="0"/>
              </a:spcBef>
              <a:spcAft>
                <a:spcPts val="0"/>
              </a:spcAft>
              <a:buClr>
                <a:schemeClr val="lt1"/>
              </a:buClr>
              <a:buSzPts val="3600"/>
              <a:buNone/>
              <a:defRPr sz="4800">
                <a:solidFill>
                  <a:schemeClr val="lt1"/>
                </a:solidFill>
              </a:defRPr>
            </a:lvl3pPr>
            <a:lvl4pPr lvl="3" algn="l">
              <a:lnSpc>
                <a:spcPct val="100000"/>
              </a:lnSpc>
              <a:spcBef>
                <a:spcPts val="0"/>
              </a:spcBef>
              <a:spcAft>
                <a:spcPts val="0"/>
              </a:spcAft>
              <a:buClr>
                <a:schemeClr val="lt1"/>
              </a:buClr>
              <a:buSzPts val="3600"/>
              <a:buNone/>
              <a:defRPr sz="4800">
                <a:solidFill>
                  <a:schemeClr val="lt1"/>
                </a:solidFill>
              </a:defRPr>
            </a:lvl4pPr>
            <a:lvl5pPr lvl="4" algn="l">
              <a:lnSpc>
                <a:spcPct val="100000"/>
              </a:lnSpc>
              <a:spcBef>
                <a:spcPts val="0"/>
              </a:spcBef>
              <a:spcAft>
                <a:spcPts val="0"/>
              </a:spcAft>
              <a:buClr>
                <a:schemeClr val="lt1"/>
              </a:buClr>
              <a:buSzPts val="3600"/>
              <a:buNone/>
              <a:defRPr sz="4800">
                <a:solidFill>
                  <a:schemeClr val="lt1"/>
                </a:solidFill>
              </a:defRPr>
            </a:lvl5pPr>
            <a:lvl6pPr lvl="5" algn="l">
              <a:lnSpc>
                <a:spcPct val="100000"/>
              </a:lnSpc>
              <a:spcBef>
                <a:spcPts val="0"/>
              </a:spcBef>
              <a:spcAft>
                <a:spcPts val="0"/>
              </a:spcAft>
              <a:buClr>
                <a:schemeClr val="lt1"/>
              </a:buClr>
              <a:buSzPts val="3600"/>
              <a:buNone/>
              <a:defRPr sz="4800">
                <a:solidFill>
                  <a:schemeClr val="lt1"/>
                </a:solidFill>
              </a:defRPr>
            </a:lvl6pPr>
            <a:lvl7pPr lvl="6" algn="l">
              <a:lnSpc>
                <a:spcPct val="100000"/>
              </a:lnSpc>
              <a:spcBef>
                <a:spcPts val="0"/>
              </a:spcBef>
              <a:spcAft>
                <a:spcPts val="0"/>
              </a:spcAft>
              <a:buClr>
                <a:schemeClr val="lt1"/>
              </a:buClr>
              <a:buSzPts val="3600"/>
              <a:buNone/>
              <a:defRPr sz="4800">
                <a:solidFill>
                  <a:schemeClr val="lt1"/>
                </a:solidFill>
              </a:defRPr>
            </a:lvl7pPr>
            <a:lvl8pPr lvl="7" algn="l">
              <a:lnSpc>
                <a:spcPct val="100000"/>
              </a:lnSpc>
              <a:spcBef>
                <a:spcPts val="0"/>
              </a:spcBef>
              <a:spcAft>
                <a:spcPts val="0"/>
              </a:spcAft>
              <a:buClr>
                <a:schemeClr val="lt1"/>
              </a:buClr>
              <a:buSzPts val="3600"/>
              <a:buNone/>
              <a:defRPr sz="4800">
                <a:solidFill>
                  <a:schemeClr val="lt1"/>
                </a:solidFill>
              </a:defRPr>
            </a:lvl8pPr>
            <a:lvl9pPr lvl="8" algn="l">
              <a:lnSpc>
                <a:spcPct val="100000"/>
              </a:lnSpc>
              <a:spcBef>
                <a:spcPts val="0"/>
              </a:spcBef>
              <a:spcAft>
                <a:spcPts val="0"/>
              </a:spcAft>
              <a:buClr>
                <a:schemeClr val="lt1"/>
              </a:buClr>
              <a:buSzPts val="3600"/>
              <a:buNone/>
              <a:defRPr sz="4800">
                <a:solidFill>
                  <a:schemeClr val="lt1"/>
                </a:solidFill>
              </a:defRPr>
            </a:lvl9pPr>
          </a:lstStyle>
          <a:p>
            <a:endParaRPr/>
          </a:p>
        </p:txBody>
      </p:sp>
      <p:sp>
        <p:nvSpPr>
          <p:cNvPr id="171" name="Google Shape;171;p33"/>
          <p:cNvSpPr txBox="1">
            <a:spLocks noGrp="1"/>
          </p:cNvSpPr>
          <p:nvPr>
            <p:ph type="sldNum" idx="12"/>
          </p:nvPr>
        </p:nvSpPr>
        <p:spPr>
          <a:xfrm>
            <a:off x="8497999" y="4688759"/>
            <a:ext cx="548700" cy="393600"/>
          </a:xfrm>
          <a:prstGeom prst="rect">
            <a:avLst/>
          </a:prstGeom>
          <a:noFill/>
          <a:ln>
            <a:noFill/>
          </a:ln>
        </p:spPr>
        <p:txBody>
          <a:bodyPr spcFirstLastPara="1" wrap="square" lIns="68575" tIns="68575" rIns="68575" bIns="68575" anchor="ctr" anchorCtr="0">
            <a:normAutofit/>
          </a:bodyPr>
          <a:lstStyle>
            <a:lvl1pPr marL="0" lvl="0" indent="0" algn="r">
              <a:buClr>
                <a:schemeClr val="lt1"/>
              </a:buClr>
              <a:buSzPts val="1000"/>
              <a:buFont typeface="Lato"/>
              <a:buNone/>
              <a:defRPr sz="1000">
                <a:solidFill>
                  <a:schemeClr val="lt1"/>
                </a:solidFill>
                <a:latin typeface="Lato"/>
                <a:ea typeface="Lato"/>
                <a:cs typeface="Lato"/>
                <a:sym typeface="Lato"/>
              </a:defRPr>
            </a:lvl1pPr>
            <a:lvl2pPr marL="0" lvl="1" indent="0" algn="r">
              <a:buClr>
                <a:schemeClr val="lt1"/>
              </a:buClr>
              <a:buSzPts val="1000"/>
              <a:buFont typeface="Lato"/>
              <a:buNone/>
              <a:defRPr sz="1000">
                <a:solidFill>
                  <a:schemeClr val="lt1"/>
                </a:solidFill>
                <a:latin typeface="Lato"/>
                <a:ea typeface="Lato"/>
                <a:cs typeface="Lato"/>
                <a:sym typeface="Lato"/>
              </a:defRPr>
            </a:lvl2pPr>
            <a:lvl3pPr marL="0" lvl="2" indent="0" algn="r">
              <a:buClr>
                <a:schemeClr val="lt1"/>
              </a:buClr>
              <a:buSzPts val="1000"/>
              <a:buFont typeface="Lato"/>
              <a:buNone/>
              <a:defRPr sz="1000">
                <a:solidFill>
                  <a:schemeClr val="lt1"/>
                </a:solidFill>
                <a:latin typeface="Lato"/>
                <a:ea typeface="Lato"/>
                <a:cs typeface="Lato"/>
                <a:sym typeface="Lato"/>
              </a:defRPr>
            </a:lvl3pPr>
            <a:lvl4pPr marL="0" lvl="3" indent="0" algn="r">
              <a:buClr>
                <a:schemeClr val="lt1"/>
              </a:buClr>
              <a:buSzPts val="1000"/>
              <a:buFont typeface="Lato"/>
              <a:buNone/>
              <a:defRPr sz="1000">
                <a:solidFill>
                  <a:schemeClr val="lt1"/>
                </a:solidFill>
                <a:latin typeface="Lato"/>
                <a:ea typeface="Lato"/>
                <a:cs typeface="Lato"/>
                <a:sym typeface="Lato"/>
              </a:defRPr>
            </a:lvl4pPr>
            <a:lvl5pPr marL="0" lvl="4" indent="0" algn="r">
              <a:buClr>
                <a:schemeClr val="lt1"/>
              </a:buClr>
              <a:buSzPts val="1000"/>
              <a:buFont typeface="Lato"/>
              <a:buNone/>
              <a:defRPr sz="1000">
                <a:solidFill>
                  <a:schemeClr val="lt1"/>
                </a:solidFill>
                <a:latin typeface="Lato"/>
                <a:ea typeface="Lato"/>
                <a:cs typeface="Lato"/>
                <a:sym typeface="Lato"/>
              </a:defRPr>
            </a:lvl5pPr>
            <a:lvl6pPr marL="0" lvl="5" indent="0" algn="r">
              <a:buClr>
                <a:schemeClr val="lt1"/>
              </a:buClr>
              <a:buSzPts val="1000"/>
              <a:buFont typeface="Lato"/>
              <a:buNone/>
              <a:defRPr sz="1000">
                <a:solidFill>
                  <a:schemeClr val="lt1"/>
                </a:solidFill>
                <a:latin typeface="Lato"/>
                <a:ea typeface="Lato"/>
                <a:cs typeface="Lato"/>
                <a:sym typeface="Lato"/>
              </a:defRPr>
            </a:lvl6pPr>
            <a:lvl7pPr marL="0" lvl="6" indent="0" algn="r">
              <a:buClr>
                <a:schemeClr val="lt1"/>
              </a:buClr>
              <a:buSzPts val="1000"/>
              <a:buFont typeface="Lato"/>
              <a:buNone/>
              <a:defRPr sz="1000">
                <a:solidFill>
                  <a:schemeClr val="lt1"/>
                </a:solidFill>
                <a:latin typeface="Lato"/>
                <a:ea typeface="Lato"/>
                <a:cs typeface="Lato"/>
                <a:sym typeface="Lato"/>
              </a:defRPr>
            </a:lvl7pPr>
            <a:lvl8pPr marL="0" lvl="7" indent="0" algn="r">
              <a:buClr>
                <a:schemeClr val="lt1"/>
              </a:buClr>
              <a:buSzPts val="1000"/>
              <a:buFont typeface="Lato"/>
              <a:buNone/>
              <a:defRPr sz="1000">
                <a:solidFill>
                  <a:schemeClr val="lt1"/>
                </a:solidFill>
                <a:latin typeface="Lato"/>
                <a:ea typeface="Lato"/>
                <a:cs typeface="Lato"/>
                <a:sym typeface="Lato"/>
              </a:defRPr>
            </a:lvl8pPr>
            <a:lvl9pPr marL="0" lvl="8" indent="0" algn="r">
              <a:buClr>
                <a:schemeClr val="lt1"/>
              </a:buClr>
              <a:buSzPts val="1000"/>
              <a:buFont typeface="Lato"/>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72"/>
        <p:cNvGrpSpPr/>
        <p:nvPr/>
      </p:nvGrpSpPr>
      <p:grpSpPr>
        <a:xfrm>
          <a:off x="0" y="0"/>
          <a:ext cx="0" cy="0"/>
          <a:chOff x="0" y="0"/>
          <a:chExt cx="0" cy="0"/>
        </a:xfrm>
      </p:grpSpPr>
      <p:cxnSp>
        <p:nvCxnSpPr>
          <p:cNvPr id="173" name="Google Shape;173;p34"/>
          <p:cNvCxnSpPr/>
          <p:nvPr/>
        </p:nvCxnSpPr>
        <p:spPr>
          <a:xfrm>
            <a:off x="425200" y="4740000"/>
            <a:ext cx="8296800" cy="0"/>
          </a:xfrm>
          <a:prstGeom prst="straightConnector1">
            <a:avLst/>
          </a:prstGeom>
          <a:noFill/>
          <a:ln w="14300" cap="flat" cmpd="sng">
            <a:solidFill>
              <a:schemeClr val="dk2"/>
            </a:solidFill>
            <a:prstDash val="solid"/>
            <a:round/>
            <a:headEnd type="none" w="sm" len="sm"/>
            <a:tailEnd type="none" w="sm" len="sm"/>
          </a:ln>
        </p:spPr>
      </p:cxnSp>
      <p:cxnSp>
        <p:nvCxnSpPr>
          <p:cNvPr id="174" name="Google Shape;174;p34"/>
          <p:cNvCxnSpPr/>
          <p:nvPr/>
        </p:nvCxnSpPr>
        <p:spPr>
          <a:xfrm>
            <a:off x="425198" y="415650"/>
            <a:ext cx="183300" cy="0"/>
          </a:xfrm>
          <a:prstGeom prst="straightConnector1">
            <a:avLst/>
          </a:prstGeom>
          <a:noFill/>
          <a:ln w="14300" cap="flat" cmpd="sng">
            <a:solidFill>
              <a:schemeClr val="dk2"/>
            </a:solidFill>
            <a:prstDash val="solid"/>
            <a:round/>
            <a:headEnd type="none" w="sm" len="sm"/>
            <a:tailEnd type="none" w="sm" len="sm"/>
          </a:ln>
        </p:spPr>
      </p:cxnSp>
      <p:sp>
        <p:nvSpPr>
          <p:cNvPr id="175" name="Google Shape;175;p34"/>
          <p:cNvSpPr txBox="1">
            <a:spLocks noGrp="1"/>
          </p:cNvSpPr>
          <p:nvPr>
            <p:ph type="body" idx="1"/>
          </p:nvPr>
        </p:nvSpPr>
        <p:spPr>
          <a:xfrm>
            <a:off x="328017" y="4226025"/>
            <a:ext cx="8388600" cy="393600"/>
          </a:xfrm>
          <a:prstGeom prst="rect">
            <a:avLst/>
          </a:prstGeom>
          <a:noFill/>
          <a:ln>
            <a:noFill/>
          </a:ln>
        </p:spPr>
        <p:txBody>
          <a:bodyPr spcFirstLastPara="1" wrap="square" lIns="68575" tIns="68575" rIns="68575" bIns="68575" anchor="ctr" anchorCtr="0">
            <a:normAutofit/>
          </a:bodyPr>
          <a:lstStyle>
            <a:lvl1pPr marL="457200" lvl="0" indent="-228600" algn="l">
              <a:lnSpc>
                <a:spcPct val="100000"/>
              </a:lnSpc>
              <a:spcBef>
                <a:spcPts val="0"/>
              </a:spcBef>
              <a:spcAft>
                <a:spcPts val="0"/>
              </a:spcAft>
              <a:buSzPts val="1400"/>
              <a:buNone/>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176" name="Google Shape;176;p34"/>
          <p:cNvSpPr txBox="1">
            <a:spLocks noGrp="1"/>
          </p:cNvSpPr>
          <p:nvPr>
            <p:ph type="sldNum" idx="12"/>
          </p:nvPr>
        </p:nvSpPr>
        <p:spPr>
          <a:xfrm>
            <a:off x="8497999" y="4688759"/>
            <a:ext cx="548700" cy="393600"/>
          </a:xfrm>
          <a:prstGeom prst="rect">
            <a:avLst/>
          </a:prstGeom>
          <a:noFill/>
          <a:ln>
            <a:noFill/>
          </a:ln>
        </p:spPr>
        <p:txBody>
          <a:bodyPr spcFirstLastPara="1" wrap="square" lIns="68575" tIns="68575" rIns="68575" bIns="68575" anchor="ctr" anchorCtr="0">
            <a:normAutofit/>
          </a:bodyPr>
          <a:lstStyle>
            <a:lvl1pPr marL="0" lvl="0" indent="0" algn="r">
              <a:buClr>
                <a:schemeClr val="dk2"/>
              </a:buClr>
              <a:buSzPts val="1000"/>
              <a:buFont typeface="Lato"/>
              <a:buNone/>
              <a:defRPr sz="1000">
                <a:solidFill>
                  <a:schemeClr val="dk2"/>
                </a:solidFill>
                <a:latin typeface="Lato"/>
                <a:ea typeface="Lato"/>
                <a:cs typeface="Lato"/>
                <a:sym typeface="Lato"/>
              </a:defRPr>
            </a:lvl1pPr>
            <a:lvl2pPr marL="0" lvl="1" indent="0" algn="r">
              <a:buClr>
                <a:schemeClr val="dk2"/>
              </a:buClr>
              <a:buSzPts val="1000"/>
              <a:buFont typeface="Lato"/>
              <a:buNone/>
              <a:defRPr sz="1000">
                <a:solidFill>
                  <a:schemeClr val="dk2"/>
                </a:solidFill>
                <a:latin typeface="Lato"/>
                <a:ea typeface="Lato"/>
                <a:cs typeface="Lato"/>
                <a:sym typeface="Lato"/>
              </a:defRPr>
            </a:lvl2pPr>
            <a:lvl3pPr marL="0" lvl="2" indent="0" algn="r">
              <a:buClr>
                <a:schemeClr val="dk2"/>
              </a:buClr>
              <a:buSzPts val="1000"/>
              <a:buFont typeface="Lato"/>
              <a:buNone/>
              <a:defRPr sz="1000">
                <a:solidFill>
                  <a:schemeClr val="dk2"/>
                </a:solidFill>
                <a:latin typeface="Lato"/>
                <a:ea typeface="Lato"/>
                <a:cs typeface="Lato"/>
                <a:sym typeface="Lato"/>
              </a:defRPr>
            </a:lvl3pPr>
            <a:lvl4pPr marL="0" lvl="3" indent="0" algn="r">
              <a:buClr>
                <a:schemeClr val="dk2"/>
              </a:buClr>
              <a:buSzPts val="1000"/>
              <a:buFont typeface="Lato"/>
              <a:buNone/>
              <a:defRPr sz="1000">
                <a:solidFill>
                  <a:schemeClr val="dk2"/>
                </a:solidFill>
                <a:latin typeface="Lato"/>
                <a:ea typeface="Lato"/>
                <a:cs typeface="Lato"/>
                <a:sym typeface="Lato"/>
              </a:defRPr>
            </a:lvl4pPr>
            <a:lvl5pPr marL="0" lvl="4" indent="0" algn="r">
              <a:buClr>
                <a:schemeClr val="dk2"/>
              </a:buClr>
              <a:buSzPts val="1000"/>
              <a:buFont typeface="Lato"/>
              <a:buNone/>
              <a:defRPr sz="1000">
                <a:solidFill>
                  <a:schemeClr val="dk2"/>
                </a:solidFill>
                <a:latin typeface="Lato"/>
                <a:ea typeface="Lato"/>
                <a:cs typeface="Lato"/>
                <a:sym typeface="Lato"/>
              </a:defRPr>
            </a:lvl5pPr>
            <a:lvl6pPr marL="0" lvl="5" indent="0" algn="r">
              <a:buClr>
                <a:schemeClr val="dk2"/>
              </a:buClr>
              <a:buSzPts val="1000"/>
              <a:buFont typeface="Lato"/>
              <a:buNone/>
              <a:defRPr sz="1000">
                <a:solidFill>
                  <a:schemeClr val="dk2"/>
                </a:solidFill>
                <a:latin typeface="Lato"/>
                <a:ea typeface="Lato"/>
                <a:cs typeface="Lato"/>
                <a:sym typeface="Lato"/>
              </a:defRPr>
            </a:lvl6pPr>
            <a:lvl7pPr marL="0" lvl="6" indent="0" algn="r">
              <a:buClr>
                <a:schemeClr val="dk2"/>
              </a:buClr>
              <a:buSzPts val="1000"/>
              <a:buFont typeface="Lato"/>
              <a:buNone/>
              <a:defRPr sz="1000">
                <a:solidFill>
                  <a:schemeClr val="dk2"/>
                </a:solidFill>
                <a:latin typeface="Lato"/>
                <a:ea typeface="Lato"/>
                <a:cs typeface="Lato"/>
                <a:sym typeface="Lato"/>
              </a:defRPr>
            </a:lvl7pPr>
            <a:lvl8pPr marL="0" lvl="7" indent="0" algn="r">
              <a:buClr>
                <a:schemeClr val="dk2"/>
              </a:buClr>
              <a:buSzPts val="1000"/>
              <a:buFont typeface="Lato"/>
              <a:buNone/>
              <a:defRPr sz="1000">
                <a:solidFill>
                  <a:schemeClr val="dk2"/>
                </a:solidFill>
                <a:latin typeface="Lato"/>
                <a:ea typeface="Lato"/>
                <a:cs typeface="Lato"/>
                <a:sym typeface="Lato"/>
              </a:defRPr>
            </a:lvl8pPr>
            <a:lvl9pPr marL="0" lvl="8" indent="0" algn="r">
              <a:buClr>
                <a:schemeClr val="dk2"/>
              </a:buClr>
              <a:buSzPts val="1000"/>
              <a:buFont typeface="Lato"/>
              <a:buNone/>
              <a:defRPr sz="10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77"/>
        <p:cNvGrpSpPr/>
        <p:nvPr/>
      </p:nvGrpSpPr>
      <p:grpSpPr>
        <a:xfrm>
          <a:off x="0" y="0"/>
          <a:ext cx="0" cy="0"/>
          <a:chOff x="0" y="0"/>
          <a:chExt cx="0" cy="0"/>
        </a:xfrm>
      </p:grpSpPr>
      <p:cxnSp>
        <p:nvCxnSpPr>
          <p:cNvPr id="178" name="Google Shape;178;p35"/>
          <p:cNvCxnSpPr/>
          <p:nvPr/>
        </p:nvCxnSpPr>
        <p:spPr>
          <a:xfrm>
            <a:off x="425200" y="4740000"/>
            <a:ext cx="8296800" cy="0"/>
          </a:xfrm>
          <a:prstGeom prst="straightConnector1">
            <a:avLst/>
          </a:prstGeom>
          <a:noFill/>
          <a:ln w="14300" cap="flat" cmpd="sng">
            <a:solidFill>
              <a:schemeClr val="dk2"/>
            </a:solidFill>
            <a:prstDash val="solid"/>
            <a:round/>
            <a:headEnd type="none" w="sm" len="sm"/>
            <a:tailEnd type="none" w="sm" len="sm"/>
          </a:ln>
        </p:spPr>
      </p:cxnSp>
      <p:cxnSp>
        <p:nvCxnSpPr>
          <p:cNvPr id="179" name="Google Shape;179;p35"/>
          <p:cNvCxnSpPr/>
          <p:nvPr/>
        </p:nvCxnSpPr>
        <p:spPr>
          <a:xfrm>
            <a:off x="425200" y="415650"/>
            <a:ext cx="8296800" cy="0"/>
          </a:xfrm>
          <a:prstGeom prst="straightConnector1">
            <a:avLst/>
          </a:prstGeom>
          <a:noFill/>
          <a:ln w="28575" cap="flat" cmpd="sng">
            <a:solidFill>
              <a:schemeClr val="dk2"/>
            </a:solidFill>
            <a:prstDash val="solid"/>
            <a:round/>
            <a:headEnd type="none" w="sm" len="sm"/>
            <a:tailEnd type="none" w="sm" len="sm"/>
          </a:ln>
        </p:spPr>
      </p:cxnSp>
      <p:sp>
        <p:nvSpPr>
          <p:cNvPr id="180" name="Google Shape;180;p35"/>
          <p:cNvSpPr txBox="1">
            <a:spLocks noGrp="1"/>
          </p:cNvSpPr>
          <p:nvPr>
            <p:ph type="title"/>
          </p:nvPr>
        </p:nvSpPr>
        <p:spPr>
          <a:xfrm>
            <a:off x="853950" y="1304850"/>
            <a:ext cx="7436100" cy="1538400"/>
          </a:xfrm>
          <a:prstGeom prst="rect">
            <a:avLst/>
          </a:prstGeom>
          <a:noFill/>
          <a:ln>
            <a:noFill/>
          </a:ln>
        </p:spPr>
        <p:txBody>
          <a:bodyPr spcFirstLastPara="1" wrap="square" lIns="68575" tIns="68575" rIns="68575" bIns="68575" anchor="ctr" anchorCtr="0">
            <a:normAutofit/>
          </a:bodyPr>
          <a:lstStyle>
            <a:lvl1pPr lvl="0" algn="ctr">
              <a:lnSpc>
                <a:spcPct val="100000"/>
              </a:lnSpc>
              <a:spcBef>
                <a:spcPts val="0"/>
              </a:spcBef>
              <a:spcAft>
                <a:spcPts val="0"/>
              </a:spcAft>
              <a:buClr>
                <a:schemeClr val="dk1"/>
              </a:buClr>
              <a:buSzPts val="7200"/>
              <a:buFont typeface="Lato"/>
              <a:buNone/>
              <a:defRPr sz="9600">
                <a:solidFill>
                  <a:schemeClr val="dk1"/>
                </a:solidFill>
                <a:latin typeface="Lato"/>
                <a:ea typeface="Lato"/>
                <a:cs typeface="Lato"/>
                <a:sym typeface="Lato"/>
              </a:defRPr>
            </a:lvl1pPr>
            <a:lvl2pPr lvl="1" algn="ctr">
              <a:lnSpc>
                <a:spcPct val="100000"/>
              </a:lnSpc>
              <a:spcBef>
                <a:spcPts val="0"/>
              </a:spcBef>
              <a:spcAft>
                <a:spcPts val="0"/>
              </a:spcAft>
              <a:buClr>
                <a:schemeClr val="dk1"/>
              </a:buClr>
              <a:buSzPts val="7200"/>
              <a:buFont typeface="Lato"/>
              <a:buNone/>
              <a:defRPr sz="9600">
                <a:solidFill>
                  <a:schemeClr val="dk1"/>
                </a:solidFill>
                <a:latin typeface="Lato"/>
                <a:ea typeface="Lato"/>
                <a:cs typeface="Lato"/>
                <a:sym typeface="Lato"/>
              </a:defRPr>
            </a:lvl2pPr>
            <a:lvl3pPr lvl="2" algn="ctr">
              <a:lnSpc>
                <a:spcPct val="100000"/>
              </a:lnSpc>
              <a:spcBef>
                <a:spcPts val="0"/>
              </a:spcBef>
              <a:spcAft>
                <a:spcPts val="0"/>
              </a:spcAft>
              <a:buClr>
                <a:schemeClr val="dk1"/>
              </a:buClr>
              <a:buSzPts val="7200"/>
              <a:buFont typeface="Lato"/>
              <a:buNone/>
              <a:defRPr sz="9600">
                <a:solidFill>
                  <a:schemeClr val="dk1"/>
                </a:solidFill>
                <a:latin typeface="Lato"/>
                <a:ea typeface="Lato"/>
                <a:cs typeface="Lato"/>
                <a:sym typeface="Lato"/>
              </a:defRPr>
            </a:lvl3pPr>
            <a:lvl4pPr lvl="3" algn="ctr">
              <a:lnSpc>
                <a:spcPct val="100000"/>
              </a:lnSpc>
              <a:spcBef>
                <a:spcPts val="0"/>
              </a:spcBef>
              <a:spcAft>
                <a:spcPts val="0"/>
              </a:spcAft>
              <a:buClr>
                <a:schemeClr val="dk1"/>
              </a:buClr>
              <a:buSzPts val="7200"/>
              <a:buFont typeface="Lato"/>
              <a:buNone/>
              <a:defRPr sz="9600">
                <a:solidFill>
                  <a:schemeClr val="dk1"/>
                </a:solidFill>
                <a:latin typeface="Lato"/>
                <a:ea typeface="Lato"/>
                <a:cs typeface="Lato"/>
                <a:sym typeface="Lato"/>
              </a:defRPr>
            </a:lvl4pPr>
            <a:lvl5pPr lvl="4" algn="ctr">
              <a:lnSpc>
                <a:spcPct val="100000"/>
              </a:lnSpc>
              <a:spcBef>
                <a:spcPts val="0"/>
              </a:spcBef>
              <a:spcAft>
                <a:spcPts val="0"/>
              </a:spcAft>
              <a:buClr>
                <a:schemeClr val="dk1"/>
              </a:buClr>
              <a:buSzPts val="7200"/>
              <a:buFont typeface="Lato"/>
              <a:buNone/>
              <a:defRPr sz="9600">
                <a:solidFill>
                  <a:schemeClr val="dk1"/>
                </a:solidFill>
                <a:latin typeface="Lato"/>
                <a:ea typeface="Lato"/>
                <a:cs typeface="Lato"/>
                <a:sym typeface="Lato"/>
              </a:defRPr>
            </a:lvl5pPr>
            <a:lvl6pPr lvl="5" algn="ctr">
              <a:lnSpc>
                <a:spcPct val="100000"/>
              </a:lnSpc>
              <a:spcBef>
                <a:spcPts val="0"/>
              </a:spcBef>
              <a:spcAft>
                <a:spcPts val="0"/>
              </a:spcAft>
              <a:buClr>
                <a:schemeClr val="dk1"/>
              </a:buClr>
              <a:buSzPts val="7200"/>
              <a:buFont typeface="Lato"/>
              <a:buNone/>
              <a:defRPr sz="9600">
                <a:solidFill>
                  <a:schemeClr val="dk1"/>
                </a:solidFill>
                <a:latin typeface="Lato"/>
                <a:ea typeface="Lato"/>
                <a:cs typeface="Lato"/>
                <a:sym typeface="Lato"/>
              </a:defRPr>
            </a:lvl6pPr>
            <a:lvl7pPr lvl="6" algn="ctr">
              <a:lnSpc>
                <a:spcPct val="100000"/>
              </a:lnSpc>
              <a:spcBef>
                <a:spcPts val="0"/>
              </a:spcBef>
              <a:spcAft>
                <a:spcPts val="0"/>
              </a:spcAft>
              <a:buClr>
                <a:schemeClr val="dk1"/>
              </a:buClr>
              <a:buSzPts val="7200"/>
              <a:buFont typeface="Lato"/>
              <a:buNone/>
              <a:defRPr sz="9600">
                <a:solidFill>
                  <a:schemeClr val="dk1"/>
                </a:solidFill>
                <a:latin typeface="Lato"/>
                <a:ea typeface="Lato"/>
                <a:cs typeface="Lato"/>
                <a:sym typeface="Lato"/>
              </a:defRPr>
            </a:lvl7pPr>
            <a:lvl8pPr lvl="7" algn="ctr">
              <a:lnSpc>
                <a:spcPct val="100000"/>
              </a:lnSpc>
              <a:spcBef>
                <a:spcPts val="0"/>
              </a:spcBef>
              <a:spcAft>
                <a:spcPts val="0"/>
              </a:spcAft>
              <a:buClr>
                <a:schemeClr val="dk1"/>
              </a:buClr>
              <a:buSzPts val="7200"/>
              <a:buFont typeface="Lato"/>
              <a:buNone/>
              <a:defRPr sz="9600">
                <a:solidFill>
                  <a:schemeClr val="dk1"/>
                </a:solidFill>
                <a:latin typeface="Lato"/>
                <a:ea typeface="Lato"/>
                <a:cs typeface="Lato"/>
                <a:sym typeface="Lato"/>
              </a:defRPr>
            </a:lvl8pPr>
            <a:lvl9pPr lvl="8" algn="ctr">
              <a:lnSpc>
                <a:spcPct val="100000"/>
              </a:lnSpc>
              <a:spcBef>
                <a:spcPts val="0"/>
              </a:spcBef>
              <a:spcAft>
                <a:spcPts val="0"/>
              </a:spcAft>
              <a:buClr>
                <a:schemeClr val="dk1"/>
              </a:buClr>
              <a:buSzPts val="7200"/>
              <a:buFont typeface="Lato"/>
              <a:buNone/>
              <a:defRPr sz="9600">
                <a:solidFill>
                  <a:schemeClr val="dk1"/>
                </a:solidFill>
                <a:latin typeface="Lato"/>
                <a:ea typeface="Lato"/>
                <a:cs typeface="Lato"/>
                <a:sym typeface="Lato"/>
              </a:defRPr>
            </a:lvl9pPr>
          </a:lstStyle>
          <a:p>
            <a:endParaRPr/>
          </a:p>
        </p:txBody>
      </p:sp>
      <p:sp>
        <p:nvSpPr>
          <p:cNvPr id="181" name="Google Shape;181;p35"/>
          <p:cNvSpPr txBox="1">
            <a:spLocks noGrp="1"/>
          </p:cNvSpPr>
          <p:nvPr>
            <p:ph type="body" idx="1"/>
          </p:nvPr>
        </p:nvSpPr>
        <p:spPr>
          <a:xfrm>
            <a:off x="853950" y="2919450"/>
            <a:ext cx="7436100" cy="1071600"/>
          </a:xfrm>
          <a:prstGeom prst="rect">
            <a:avLst/>
          </a:prstGeom>
          <a:noFill/>
          <a:ln>
            <a:noFill/>
          </a:ln>
        </p:spPr>
        <p:txBody>
          <a:bodyPr spcFirstLastPara="1" wrap="square" lIns="68575" tIns="68575" rIns="68575" bIns="68575" anchor="t" anchorCtr="0">
            <a:normAutofit/>
          </a:bodyPr>
          <a:lstStyle>
            <a:lvl1pPr marL="457200" lvl="0" indent="-317500" algn="ctr">
              <a:lnSpc>
                <a:spcPct val="115000"/>
              </a:lnSpc>
              <a:spcBef>
                <a:spcPts val="0"/>
              </a:spcBef>
              <a:spcAft>
                <a:spcPts val="0"/>
              </a:spcAft>
              <a:buSzPts val="1400"/>
              <a:buChar char="●"/>
              <a:defRPr/>
            </a:lvl1pPr>
            <a:lvl2pPr marL="914400" lvl="1" indent="-298450" algn="ctr">
              <a:lnSpc>
                <a:spcPct val="115000"/>
              </a:lnSpc>
              <a:spcBef>
                <a:spcPts val="0"/>
              </a:spcBef>
              <a:spcAft>
                <a:spcPts val="0"/>
              </a:spcAft>
              <a:buSzPts val="1100"/>
              <a:buChar char="○"/>
              <a:defRPr/>
            </a:lvl2pPr>
            <a:lvl3pPr marL="1371600" lvl="2" indent="-298450" algn="ctr">
              <a:lnSpc>
                <a:spcPct val="115000"/>
              </a:lnSpc>
              <a:spcBef>
                <a:spcPts val="0"/>
              </a:spcBef>
              <a:spcAft>
                <a:spcPts val="0"/>
              </a:spcAft>
              <a:buSzPts val="1100"/>
              <a:buChar char="■"/>
              <a:defRPr/>
            </a:lvl3pPr>
            <a:lvl4pPr marL="1828800" lvl="3" indent="-298450" algn="ctr">
              <a:lnSpc>
                <a:spcPct val="115000"/>
              </a:lnSpc>
              <a:spcBef>
                <a:spcPts val="0"/>
              </a:spcBef>
              <a:spcAft>
                <a:spcPts val="0"/>
              </a:spcAft>
              <a:buSzPts val="1100"/>
              <a:buChar char="●"/>
              <a:defRPr/>
            </a:lvl4pPr>
            <a:lvl5pPr marL="2286000" lvl="4" indent="-298450" algn="ctr">
              <a:lnSpc>
                <a:spcPct val="115000"/>
              </a:lnSpc>
              <a:spcBef>
                <a:spcPts val="0"/>
              </a:spcBef>
              <a:spcAft>
                <a:spcPts val="0"/>
              </a:spcAft>
              <a:buSzPts val="1100"/>
              <a:buChar char="○"/>
              <a:defRPr/>
            </a:lvl5pPr>
            <a:lvl6pPr marL="2743200" lvl="5" indent="-298450" algn="ctr">
              <a:lnSpc>
                <a:spcPct val="115000"/>
              </a:lnSpc>
              <a:spcBef>
                <a:spcPts val="0"/>
              </a:spcBef>
              <a:spcAft>
                <a:spcPts val="0"/>
              </a:spcAft>
              <a:buSzPts val="1100"/>
              <a:buChar char="■"/>
              <a:defRPr/>
            </a:lvl6pPr>
            <a:lvl7pPr marL="3200400" lvl="6" indent="-298450" algn="ctr">
              <a:lnSpc>
                <a:spcPct val="115000"/>
              </a:lnSpc>
              <a:spcBef>
                <a:spcPts val="0"/>
              </a:spcBef>
              <a:spcAft>
                <a:spcPts val="0"/>
              </a:spcAft>
              <a:buSzPts val="1100"/>
              <a:buChar char="●"/>
              <a:defRPr/>
            </a:lvl7pPr>
            <a:lvl8pPr marL="3657600" lvl="7" indent="-298450" algn="ctr">
              <a:lnSpc>
                <a:spcPct val="115000"/>
              </a:lnSpc>
              <a:spcBef>
                <a:spcPts val="0"/>
              </a:spcBef>
              <a:spcAft>
                <a:spcPts val="0"/>
              </a:spcAft>
              <a:buSzPts val="1100"/>
              <a:buChar char="○"/>
              <a:defRPr/>
            </a:lvl8pPr>
            <a:lvl9pPr marL="4114800" lvl="8" indent="-298450" algn="ctr">
              <a:lnSpc>
                <a:spcPct val="115000"/>
              </a:lnSpc>
              <a:spcBef>
                <a:spcPts val="0"/>
              </a:spcBef>
              <a:spcAft>
                <a:spcPts val="0"/>
              </a:spcAft>
              <a:buSzPts val="1100"/>
              <a:buChar char="■"/>
              <a:defRPr/>
            </a:lvl9pPr>
          </a:lstStyle>
          <a:p>
            <a:endParaRPr/>
          </a:p>
        </p:txBody>
      </p:sp>
      <p:sp>
        <p:nvSpPr>
          <p:cNvPr id="182" name="Google Shape;182;p35"/>
          <p:cNvSpPr txBox="1">
            <a:spLocks noGrp="1"/>
          </p:cNvSpPr>
          <p:nvPr>
            <p:ph type="sldNum" idx="12"/>
          </p:nvPr>
        </p:nvSpPr>
        <p:spPr>
          <a:xfrm>
            <a:off x="8497999" y="4688759"/>
            <a:ext cx="548700" cy="393600"/>
          </a:xfrm>
          <a:prstGeom prst="rect">
            <a:avLst/>
          </a:prstGeom>
          <a:noFill/>
          <a:ln>
            <a:noFill/>
          </a:ln>
        </p:spPr>
        <p:txBody>
          <a:bodyPr spcFirstLastPara="1" wrap="square" lIns="68575" tIns="68575" rIns="68575" bIns="68575" anchor="ctr" anchorCtr="0">
            <a:normAutofit/>
          </a:bodyPr>
          <a:lstStyle>
            <a:lvl1pPr marL="0" lvl="0" indent="0" algn="r">
              <a:buClr>
                <a:schemeClr val="dk2"/>
              </a:buClr>
              <a:buSzPts val="1000"/>
              <a:buFont typeface="Lato"/>
              <a:buNone/>
              <a:defRPr sz="1000">
                <a:solidFill>
                  <a:schemeClr val="dk2"/>
                </a:solidFill>
                <a:latin typeface="Lato"/>
                <a:ea typeface="Lato"/>
                <a:cs typeface="Lato"/>
                <a:sym typeface="Lato"/>
              </a:defRPr>
            </a:lvl1pPr>
            <a:lvl2pPr marL="0" lvl="1" indent="0" algn="r">
              <a:buClr>
                <a:schemeClr val="dk2"/>
              </a:buClr>
              <a:buSzPts val="1000"/>
              <a:buFont typeface="Lato"/>
              <a:buNone/>
              <a:defRPr sz="1000">
                <a:solidFill>
                  <a:schemeClr val="dk2"/>
                </a:solidFill>
                <a:latin typeface="Lato"/>
                <a:ea typeface="Lato"/>
                <a:cs typeface="Lato"/>
                <a:sym typeface="Lato"/>
              </a:defRPr>
            </a:lvl2pPr>
            <a:lvl3pPr marL="0" lvl="2" indent="0" algn="r">
              <a:buClr>
                <a:schemeClr val="dk2"/>
              </a:buClr>
              <a:buSzPts val="1000"/>
              <a:buFont typeface="Lato"/>
              <a:buNone/>
              <a:defRPr sz="1000">
                <a:solidFill>
                  <a:schemeClr val="dk2"/>
                </a:solidFill>
                <a:latin typeface="Lato"/>
                <a:ea typeface="Lato"/>
                <a:cs typeface="Lato"/>
                <a:sym typeface="Lato"/>
              </a:defRPr>
            </a:lvl3pPr>
            <a:lvl4pPr marL="0" lvl="3" indent="0" algn="r">
              <a:buClr>
                <a:schemeClr val="dk2"/>
              </a:buClr>
              <a:buSzPts val="1000"/>
              <a:buFont typeface="Lato"/>
              <a:buNone/>
              <a:defRPr sz="1000">
                <a:solidFill>
                  <a:schemeClr val="dk2"/>
                </a:solidFill>
                <a:latin typeface="Lato"/>
                <a:ea typeface="Lato"/>
                <a:cs typeface="Lato"/>
                <a:sym typeface="Lato"/>
              </a:defRPr>
            </a:lvl4pPr>
            <a:lvl5pPr marL="0" lvl="4" indent="0" algn="r">
              <a:buClr>
                <a:schemeClr val="dk2"/>
              </a:buClr>
              <a:buSzPts val="1000"/>
              <a:buFont typeface="Lato"/>
              <a:buNone/>
              <a:defRPr sz="1000">
                <a:solidFill>
                  <a:schemeClr val="dk2"/>
                </a:solidFill>
                <a:latin typeface="Lato"/>
                <a:ea typeface="Lato"/>
                <a:cs typeface="Lato"/>
                <a:sym typeface="Lato"/>
              </a:defRPr>
            </a:lvl5pPr>
            <a:lvl6pPr marL="0" lvl="5" indent="0" algn="r">
              <a:buClr>
                <a:schemeClr val="dk2"/>
              </a:buClr>
              <a:buSzPts val="1000"/>
              <a:buFont typeface="Lato"/>
              <a:buNone/>
              <a:defRPr sz="1000">
                <a:solidFill>
                  <a:schemeClr val="dk2"/>
                </a:solidFill>
                <a:latin typeface="Lato"/>
                <a:ea typeface="Lato"/>
                <a:cs typeface="Lato"/>
                <a:sym typeface="Lato"/>
              </a:defRPr>
            </a:lvl6pPr>
            <a:lvl7pPr marL="0" lvl="6" indent="0" algn="r">
              <a:buClr>
                <a:schemeClr val="dk2"/>
              </a:buClr>
              <a:buSzPts val="1000"/>
              <a:buFont typeface="Lato"/>
              <a:buNone/>
              <a:defRPr sz="1000">
                <a:solidFill>
                  <a:schemeClr val="dk2"/>
                </a:solidFill>
                <a:latin typeface="Lato"/>
                <a:ea typeface="Lato"/>
                <a:cs typeface="Lato"/>
                <a:sym typeface="Lato"/>
              </a:defRPr>
            </a:lvl7pPr>
            <a:lvl8pPr marL="0" lvl="7" indent="0" algn="r">
              <a:buClr>
                <a:schemeClr val="dk2"/>
              </a:buClr>
              <a:buSzPts val="1000"/>
              <a:buFont typeface="Lato"/>
              <a:buNone/>
              <a:defRPr sz="1000">
                <a:solidFill>
                  <a:schemeClr val="dk2"/>
                </a:solidFill>
                <a:latin typeface="Lato"/>
                <a:ea typeface="Lato"/>
                <a:cs typeface="Lato"/>
                <a:sym typeface="Lato"/>
              </a:defRPr>
            </a:lvl8pPr>
            <a:lvl9pPr marL="0" lvl="8" indent="0" algn="r">
              <a:buClr>
                <a:schemeClr val="dk2"/>
              </a:buClr>
              <a:buSzPts val="1000"/>
              <a:buFont typeface="Lato"/>
              <a:buNone/>
              <a:defRPr sz="10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5" Type="http://schemas.openxmlformats.org/officeDocument/2006/relationships/slideLayout" Target="../slideLayouts/slideLayout28.xml"/><Relationship Id="rId10" Type="http://schemas.openxmlformats.org/officeDocument/2006/relationships/theme" Target="../theme/theme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
        <p:cNvGrpSpPr/>
        <p:nvPr/>
      </p:nvGrpSpPr>
      <p:grpSpPr>
        <a:xfrm>
          <a:off x="0" y="0"/>
          <a:ext cx="0" cy="0"/>
          <a:chOff x="0" y="0"/>
          <a:chExt cx="0" cy="0"/>
        </a:xfrm>
      </p:grpSpPr>
      <p:sp>
        <p:nvSpPr>
          <p:cNvPr id="58" name="Google Shape;58;p1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9" name="Google Shape;59;p1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0" name="Google Shape;60;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1" name="Google Shape;61;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2" name="Google Shape;62;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None/>
              <a:defRPr sz="900" b="0" i="0" u="none" strike="noStrike" cap="none">
                <a:solidFill>
                  <a:srgbClr val="888888"/>
                </a:solidFill>
                <a:latin typeface="Calibri"/>
                <a:ea typeface="Calibri"/>
                <a:cs typeface="Calibri"/>
                <a:sym typeface="Calibri"/>
              </a:defRPr>
            </a:lvl1pPr>
            <a:lvl2pPr marL="0" marR="0" lvl="1" indent="0" algn="r">
              <a:spcBef>
                <a:spcPts val="0"/>
              </a:spcBef>
              <a:buNone/>
              <a:defRPr sz="900" b="0" i="0" u="none" strike="noStrike" cap="none">
                <a:solidFill>
                  <a:srgbClr val="888888"/>
                </a:solidFill>
                <a:latin typeface="Calibri"/>
                <a:ea typeface="Calibri"/>
                <a:cs typeface="Calibri"/>
                <a:sym typeface="Calibri"/>
              </a:defRPr>
            </a:lvl2pPr>
            <a:lvl3pPr marL="0" marR="0" lvl="2" indent="0" algn="r">
              <a:spcBef>
                <a:spcPts val="0"/>
              </a:spcBef>
              <a:buNone/>
              <a:defRPr sz="900" b="0" i="0" u="none" strike="noStrike" cap="none">
                <a:solidFill>
                  <a:srgbClr val="888888"/>
                </a:solidFill>
                <a:latin typeface="Calibri"/>
                <a:ea typeface="Calibri"/>
                <a:cs typeface="Calibri"/>
                <a:sym typeface="Calibri"/>
              </a:defRPr>
            </a:lvl3pPr>
            <a:lvl4pPr marL="0" marR="0" lvl="3" indent="0" algn="r">
              <a:spcBef>
                <a:spcPts val="0"/>
              </a:spcBef>
              <a:buNone/>
              <a:defRPr sz="900" b="0" i="0" u="none" strike="noStrike" cap="none">
                <a:solidFill>
                  <a:srgbClr val="888888"/>
                </a:solidFill>
                <a:latin typeface="Calibri"/>
                <a:ea typeface="Calibri"/>
                <a:cs typeface="Calibri"/>
                <a:sym typeface="Calibri"/>
              </a:defRPr>
            </a:lvl4pPr>
            <a:lvl5pPr marL="0" marR="0" lvl="4" indent="0" algn="r">
              <a:spcBef>
                <a:spcPts val="0"/>
              </a:spcBef>
              <a:buNone/>
              <a:defRPr sz="900" b="0" i="0" u="none" strike="noStrike" cap="none">
                <a:solidFill>
                  <a:srgbClr val="888888"/>
                </a:solidFill>
                <a:latin typeface="Calibri"/>
                <a:ea typeface="Calibri"/>
                <a:cs typeface="Calibri"/>
                <a:sym typeface="Calibri"/>
              </a:defRPr>
            </a:lvl5pPr>
            <a:lvl6pPr marL="0" marR="0" lvl="5" indent="0" algn="r">
              <a:spcBef>
                <a:spcPts val="0"/>
              </a:spcBef>
              <a:buNone/>
              <a:defRPr sz="900" b="0" i="0" u="none" strike="noStrike" cap="none">
                <a:solidFill>
                  <a:srgbClr val="888888"/>
                </a:solidFill>
                <a:latin typeface="Calibri"/>
                <a:ea typeface="Calibri"/>
                <a:cs typeface="Calibri"/>
                <a:sym typeface="Calibri"/>
              </a:defRPr>
            </a:lvl6pPr>
            <a:lvl7pPr marL="0" marR="0" lvl="6" indent="0" algn="r">
              <a:spcBef>
                <a:spcPts val="0"/>
              </a:spcBef>
              <a:buNone/>
              <a:defRPr sz="900" b="0" i="0" u="none" strike="noStrike" cap="none">
                <a:solidFill>
                  <a:srgbClr val="888888"/>
                </a:solidFill>
                <a:latin typeface="Calibri"/>
                <a:ea typeface="Calibri"/>
                <a:cs typeface="Calibri"/>
                <a:sym typeface="Calibri"/>
              </a:defRPr>
            </a:lvl7pPr>
            <a:lvl8pPr marL="0" marR="0" lvl="7" indent="0" algn="r">
              <a:spcBef>
                <a:spcPts val="0"/>
              </a:spcBef>
              <a:buNone/>
              <a:defRPr sz="900" b="0" i="0" u="none" strike="noStrike" cap="none">
                <a:solidFill>
                  <a:srgbClr val="888888"/>
                </a:solidFill>
                <a:latin typeface="Calibri"/>
                <a:ea typeface="Calibri"/>
                <a:cs typeface="Calibri"/>
                <a:sym typeface="Calibri"/>
              </a:defRPr>
            </a:lvl8pPr>
            <a:lvl9pPr marL="0" marR="0" lvl="8" indent="0" algn="r">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2"/>
        <p:cNvGrpSpPr/>
        <p:nvPr/>
      </p:nvGrpSpPr>
      <p:grpSpPr>
        <a:xfrm>
          <a:off x="0" y="0"/>
          <a:ext cx="0" cy="0"/>
          <a:chOff x="0" y="0"/>
          <a:chExt cx="0" cy="0"/>
        </a:xfrm>
      </p:grpSpPr>
      <p:sp>
        <p:nvSpPr>
          <p:cNvPr id="133" name="Google Shape;133;p26"/>
          <p:cNvSpPr txBox="1">
            <a:spLocks noGrp="1"/>
          </p:cNvSpPr>
          <p:nvPr>
            <p:ph type="title"/>
          </p:nvPr>
        </p:nvSpPr>
        <p:spPr>
          <a:xfrm>
            <a:off x="2400250" y="575950"/>
            <a:ext cx="6321600" cy="635400"/>
          </a:xfrm>
          <a:prstGeom prst="rect">
            <a:avLst/>
          </a:prstGeom>
          <a:noFill/>
          <a:ln>
            <a:noFill/>
          </a:ln>
        </p:spPr>
        <p:txBody>
          <a:bodyPr spcFirstLastPara="1" wrap="square" lIns="68575" tIns="68575" rIns="68575" bIns="68575" anchor="t" anchorCtr="0">
            <a:normAutofit/>
          </a:bodyPr>
          <a:lstStyle>
            <a:lvl1pPr marR="0" lvl="0" algn="l">
              <a:lnSpc>
                <a:spcPct val="100000"/>
              </a:lnSpc>
              <a:spcBef>
                <a:spcPts val="0"/>
              </a:spcBef>
              <a:spcAft>
                <a:spcPts val="0"/>
              </a:spcAft>
              <a:buClr>
                <a:schemeClr val="dk2"/>
              </a:buClr>
              <a:buSzPts val="2300"/>
              <a:buFont typeface="Raleway"/>
              <a:buNone/>
              <a:defRPr sz="2300" b="1" i="0" u="none" strike="noStrike" cap="none">
                <a:solidFill>
                  <a:schemeClr val="dk2"/>
                </a:solidFill>
                <a:latin typeface="Raleway"/>
                <a:ea typeface="Raleway"/>
                <a:cs typeface="Raleway"/>
                <a:sym typeface="Raleway"/>
              </a:defRPr>
            </a:lvl1pPr>
            <a:lvl2pPr marR="0" lvl="1" algn="l">
              <a:lnSpc>
                <a:spcPct val="100000"/>
              </a:lnSpc>
              <a:spcBef>
                <a:spcPts val="0"/>
              </a:spcBef>
              <a:spcAft>
                <a:spcPts val="0"/>
              </a:spcAft>
              <a:buClr>
                <a:schemeClr val="dk2"/>
              </a:buClr>
              <a:buSzPts val="2300"/>
              <a:buFont typeface="Raleway"/>
              <a:buNone/>
              <a:defRPr sz="2300" b="1" i="0" u="none" strike="noStrike" cap="none">
                <a:solidFill>
                  <a:schemeClr val="dk2"/>
                </a:solidFill>
                <a:latin typeface="Raleway"/>
                <a:ea typeface="Raleway"/>
                <a:cs typeface="Raleway"/>
                <a:sym typeface="Raleway"/>
              </a:defRPr>
            </a:lvl2pPr>
            <a:lvl3pPr marR="0" lvl="2" algn="l">
              <a:lnSpc>
                <a:spcPct val="100000"/>
              </a:lnSpc>
              <a:spcBef>
                <a:spcPts val="0"/>
              </a:spcBef>
              <a:spcAft>
                <a:spcPts val="0"/>
              </a:spcAft>
              <a:buClr>
                <a:schemeClr val="dk2"/>
              </a:buClr>
              <a:buSzPts val="2300"/>
              <a:buFont typeface="Raleway"/>
              <a:buNone/>
              <a:defRPr sz="2300" b="1" i="0" u="none" strike="noStrike" cap="none">
                <a:solidFill>
                  <a:schemeClr val="dk2"/>
                </a:solidFill>
                <a:latin typeface="Raleway"/>
                <a:ea typeface="Raleway"/>
                <a:cs typeface="Raleway"/>
                <a:sym typeface="Raleway"/>
              </a:defRPr>
            </a:lvl3pPr>
            <a:lvl4pPr marR="0" lvl="3" algn="l">
              <a:lnSpc>
                <a:spcPct val="100000"/>
              </a:lnSpc>
              <a:spcBef>
                <a:spcPts val="0"/>
              </a:spcBef>
              <a:spcAft>
                <a:spcPts val="0"/>
              </a:spcAft>
              <a:buClr>
                <a:schemeClr val="dk2"/>
              </a:buClr>
              <a:buSzPts val="2300"/>
              <a:buFont typeface="Raleway"/>
              <a:buNone/>
              <a:defRPr sz="2300" b="1" i="0" u="none" strike="noStrike" cap="none">
                <a:solidFill>
                  <a:schemeClr val="dk2"/>
                </a:solidFill>
                <a:latin typeface="Raleway"/>
                <a:ea typeface="Raleway"/>
                <a:cs typeface="Raleway"/>
                <a:sym typeface="Raleway"/>
              </a:defRPr>
            </a:lvl4pPr>
            <a:lvl5pPr marR="0" lvl="4" algn="l">
              <a:lnSpc>
                <a:spcPct val="100000"/>
              </a:lnSpc>
              <a:spcBef>
                <a:spcPts val="0"/>
              </a:spcBef>
              <a:spcAft>
                <a:spcPts val="0"/>
              </a:spcAft>
              <a:buClr>
                <a:schemeClr val="dk2"/>
              </a:buClr>
              <a:buSzPts val="2300"/>
              <a:buFont typeface="Raleway"/>
              <a:buNone/>
              <a:defRPr sz="2300" b="1" i="0" u="none" strike="noStrike" cap="none">
                <a:solidFill>
                  <a:schemeClr val="dk2"/>
                </a:solidFill>
                <a:latin typeface="Raleway"/>
                <a:ea typeface="Raleway"/>
                <a:cs typeface="Raleway"/>
                <a:sym typeface="Raleway"/>
              </a:defRPr>
            </a:lvl5pPr>
            <a:lvl6pPr marR="0" lvl="5" algn="l">
              <a:lnSpc>
                <a:spcPct val="100000"/>
              </a:lnSpc>
              <a:spcBef>
                <a:spcPts val="0"/>
              </a:spcBef>
              <a:spcAft>
                <a:spcPts val="0"/>
              </a:spcAft>
              <a:buClr>
                <a:schemeClr val="dk2"/>
              </a:buClr>
              <a:buSzPts val="2300"/>
              <a:buFont typeface="Raleway"/>
              <a:buNone/>
              <a:defRPr sz="2300" b="1" i="0" u="none" strike="noStrike" cap="none">
                <a:solidFill>
                  <a:schemeClr val="dk2"/>
                </a:solidFill>
                <a:latin typeface="Raleway"/>
                <a:ea typeface="Raleway"/>
                <a:cs typeface="Raleway"/>
                <a:sym typeface="Raleway"/>
              </a:defRPr>
            </a:lvl6pPr>
            <a:lvl7pPr marR="0" lvl="6" algn="l">
              <a:lnSpc>
                <a:spcPct val="100000"/>
              </a:lnSpc>
              <a:spcBef>
                <a:spcPts val="0"/>
              </a:spcBef>
              <a:spcAft>
                <a:spcPts val="0"/>
              </a:spcAft>
              <a:buClr>
                <a:schemeClr val="dk2"/>
              </a:buClr>
              <a:buSzPts val="2300"/>
              <a:buFont typeface="Raleway"/>
              <a:buNone/>
              <a:defRPr sz="2300" b="1" i="0" u="none" strike="noStrike" cap="none">
                <a:solidFill>
                  <a:schemeClr val="dk2"/>
                </a:solidFill>
                <a:latin typeface="Raleway"/>
                <a:ea typeface="Raleway"/>
                <a:cs typeface="Raleway"/>
                <a:sym typeface="Raleway"/>
              </a:defRPr>
            </a:lvl7pPr>
            <a:lvl8pPr marR="0" lvl="7" algn="l">
              <a:lnSpc>
                <a:spcPct val="100000"/>
              </a:lnSpc>
              <a:spcBef>
                <a:spcPts val="0"/>
              </a:spcBef>
              <a:spcAft>
                <a:spcPts val="0"/>
              </a:spcAft>
              <a:buClr>
                <a:schemeClr val="dk2"/>
              </a:buClr>
              <a:buSzPts val="2300"/>
              <a:buFont typeface="Raleway"/>
              <a:buNone/>
              <a:defRPr sz="2300" b="1" i="0" u="none" strike="noStrike" cap="none">
                <a:solidFill>
                  <a:schemeClr val="dk2"/>
                </a:solidFill>
                <a:latin typeface="Raleway"/>
                <a:ea typeface="Raleway"/>
                <a:cs typeface="Raleway"/>
                <a:sym typeface="Raleway"/>
              </a:defRPr>
            </a:lvl8pPr>
            <a:lvl9pPr marR="0" lvl="8" algn="l">
              <a:lnSpc>
                <a:spcPct val="100000"/>
              </a:lnSpc>
              <a:spcBef>
                <a:spcPts val="0"/>
              </a:spcBef>
              <a:spcAft>
                <a:spcPts val="0"/>
              </a:spcAft>
              <a:buClr>
                <a:schemeClr val="dk2"/>
              </a:buClr>
              <a:buSzPts val="2300"/>
              <a:buFont typeface="Raleway"/>
              <a:buNone/>
              <a:defRPr sz="2300" b="1" i="0" u="none" strike="noStrike" cap="none">
                <a:solidFill>
                  <a:schemeClr val="dk2"/>
                </a:solidFill>
                <a:latin typeface="Raleway"/>
                <a:ea typeface="Raleway"/>
                <a:cs typeface="Raleway"/>
                <a:sym typeface="Raleway"/>
              </a:defRPr>
            </a:lvl9pPr>
          </a:lstStyle>
          <a:p>
            <a:endParaRPr/>
          </a:p>
        </p:txBody>
      </p:sp>
      <p:sp>
        <p:nvSpPr>
          <p:cNvPr id="134" name="Google Shape;134;p26"/>
          <p:cNvSpPr txBox="1">
            <a:spLocks noGrp="1"/>
          </p:cNvSpPr>
          <p:nvPr>
            <p:ph type="body" idx="1"/>
          </p:nvPr>
        </p:nvSpPr>
        <p:spPr>
          <a:xfrm>
            <a:off x="2410112" y="1595776"/>
            <a:ext cx="6321600" cy="3002400"/>
          </a:xfrm>
          <a:prstGeom prst="rect">
            <a:avLst/>
          </a:prstGeom>
          <a:noFill/>
          <a:ln>
            <a:noFill/>
          </a:ln>
        </p:spPr>
        <p:txBody>
          <a:bodyPr spcFirstLastPara="1" wrap="square" lIns="68575" tIns="68575" rIns="68575" bIns="68575" anchor="t" anchorCtr="0">
            <a:normAutofit/>
          </a:bodyPr>
          <a:lstStyle>
            <a:lvl1pPr marL="457200" marR="0" lvl="0" indent="-317500" algn="l">
              <a:lnSpc>
                <a:spcPct val="115000"/>
              </a:lnSpc>
              <a:spcBef>
                <a:spcPts val="0"/>
              </a:spcBef>
              <a:spcAft>
                <a:spcPts val="0"/>
              </a:spcAft>
              <a:buClr>
                <a:schemeClr val="dk2"/>
              </a:buClr>
              <a:buSzPts val="1400"/>
              <a:buFont typeface="Lato"/>
              <a:buChar char="●"/>
              <a:defRPr sz="1400" b="0" i="0" u="none" strike="noStrike" cap="none">
                <a:solidFill>
                  <a:schemeClr val="dk2"/>
                </a:solidFill>
                <a:latin typeface="Lato"/>
                <a:ea typeface="Lato"/>
                <a:cs typeface="Lato"/>
                <a:sym typeface="Lato"/>
              </a:defRPr>
            </a:lvl1pPr>
            <a:lvl2pPr marL="914400" marR="0" lvl="1" indent="-298450" algn="l">
              <a:lnSpc>
                <a:spcPct val="115000"/>
              </a:lnSpc>
              <a:spcBef>
                <a:spcPts val="0"/>
              </a:spcBef>
              <a:spcAft>
                <a:spcPts val="0"/>
              </a:spcAft>
              <a:buClr>
                <a:schemeClr val="dk2"/>
              </a:buClr>
              <a:buSzPts val="1100"/>
              <a:buFont typeface="Lato"/>
              <a:buChar char="○"/>
              <a:defRPr sz="1400" b="0" i="0" u="none" strike="noStrike" cap="none">
                <a:solidFill>
                  <a:schemeClr val="dk2"/>
                </a:solidFill>
                <a:latin typeface="Lato"/>
                <a:ea typeface="Lato"/>
                <a:cs typeface="Lato"/>
                <a:sym typeface="Lato"/>
              </a:defRPr>
            </a:lvl2pPr>
            <a:lvl3pPr marL="1371600" marR="0" lvl="2" indent="-298450" algn="l">
              <a:lnSpc>
                <a:spcPct val="115000"/>
              </a:lnSpc>
              <a:spcBef>
                <a:spcPts val="0"/>
              </a:spcBef>
              <a:spcAft>
                <a:spcPts val="0"/>
              </a:spcAft>
              <a:buClr>
                <a:schemeClr val="dk2"/>
              </a:buClr>
              <a:buSzPts val="1100"/>
              <a:buFont typeface="Lato"/>
              <a:buChar char="■"/>
              <a:defRPr sz="1400" b="0" i="0" u="none" strike="noStrike" cap="none">
                <a:solidFill>
                  <a:schemeClr val="dk2"/>
                </a:solidFill>
                <a:latin typeface="Lato"/>
                <a:ea typeface="Lato"/>
                <a:cs typeface="Lato"/>
                <a:sym typeface="Lato"/>
              </a:defRPr>
            </a:lvl3pPr>
            <a:lvl4pPr marL="1828800" marR="0" lvl="3" indent="-298450" algn="l">
              <a:lnSpc>
                <a:spcPct val="115000"/>
              </a:lnSpc>
              <a:spcBef>
                <a:spcPts val="0"/>
              </a:spcBef>
              <a:spcAft>
                <a:spcPts val="0"/>
              </a:spcAft>
              <a:buClr>
                <a:schemeClr val="dk2"/>
              </a:buClr>
              <a:buSzPts val="1100"/>
              <a:buFont typeface="Lato"/>
              <a:buChar char="●"/>
              <a:defRPr sz="1400" b="0" i="0" u="none" strike="noStrike" cap="none">
                <a:solidFill>
                  <a:schemeClr val="dk2"/>
                </a:solidFill>
                <a:latin typeface="Lato"/>
                <a:ea typeface="Lato"/>
                <a:cs typeface="Lato"/>
                <a:sym typeface="Lato"/>
              </a:defRPr>
            </a:lvl4pPr>
            <a:lvl5pPr marL="2286000" marR="0" lvl="4" indent="-298450" algn="l">
              <a:lnSpc>
                <a:spcPct val="115000"/>
              </a:lnSpc>
              <a:spcBef>
                <a:spcPts val="0"/>
              </a:spcBef>
              <a:spcAft>
                <a:spcPts val="0"/>
              </a:spcAft>
              <a:buClr>
                <a:schemeClr val="dk2"/>
              </a:buClr>
              <a:buSzPts val="1100"/>
              <a:buFont typeface="Lato"/>
              <a:buChar char="○"/>
              <a:defRPr sz="1400" b="0" i="0" u="none" strike="noStrike" cap="none">
                <a:solidFill>
                  <a:schemeClr val="dk2"/>
                </a:solidFill>
                <a:latin typeface="Lato"/>
                <a:ea typeface="Lato"/>
                <a:cs typeface="Lato"/>
                <a:sym typeface="Lato"/>
              </a:defRPr>
            </a:lvl5pPr>
            <a:lvl6pPr marL="2743200" marR="0" lvl="5" indent="-298450" algn="l">
              <a:lnSpc>
                <a:spcPct val="115000"/>
              </a:lnSpc>
              <a:spcBef>
                <a:spcPts val="0"/>
              </a:spcBef>
              <a:spcAft>
                <a:spcPts val="0"/>
              </a:spcAft>
              <a:buClr>
                <a:schemeClr val="dk2"/>
              </a:buClr>
              <a:buSzPts val="1100"/>
              <a:buFont typeface="Lato"/>
              <a:buChar char="■"/>
              <a:defRPr sz="1400" b="0" i="0" u="none" strike="noStrike" cap="none">
                <a:solidFill>
                  <a:schemeClr val="dk2"/>
                </a:solidFill>
                <a:latin typeface="Lato"/>
                <a:ea typeface="Lato"/>
                <a:cs typeface="Lato"/>
                <a:sym typeface="Lato"/>
              </a:defRPr>
            </a:lvl6pPr>
            <a:lvl7pPr marL="3200400" marR="0" lvl="6" indent="-298450" algn="l">
              <a:lnSpc>
                <a:spcPct val="115000"/>
              </a:lnSpc>
              <a:spcBef>
                <a:spcPts val="0"/>
              </a:spcBef>
              <a:spcAft>
                <a:spcPts val="0"/>
              </a:spcAft>
              <a:buClr>
                <a:schemeClr val="dk2"/>
              </a:buClr>
              <a:buSzPts val="1100"/>
              <a:buFont typeface="Lato"/>
              <a:buChar char="●"/>
              <a:defRPr sz="1400" b="0" i="0" u="none" strike="noStrike" cap="none">
                <a:solidFill>
                  <a:schemeClr val="dk2"/>
                </a:solidFill>
                <a:latin typeface="Lato"/>
                <a:ea typeface="Lato"/>
                <a:cs typeface="Lato"/>
                <a:sym typeface="Lato"/>
              </a:defRPr>
            </a:lvl7pPr>
            <a:lvl8pPr marL="3657600" marR="0" lvl="7" indent="-298450" algn="l">
              <a:lnSpc>
                <a:spcPct val="115000"/>
              </a:lnSpc>
              <a:spcBef>
                <a:spcPts val="0"/>
              </a:spcBef>
              <a:spcAft>
                <a:spcPts val="0"/>
              </a:spcAft>
              <a:buClr>
                <a:schemeClr val="dk2"/>
              </a:buClr>
              <a:buSzPts val="1100"/>
              <a:buFont typeface="Lato"/>
              <a:buChar char="○"/>
              <a:defRPr sz="1400" b="0" i="0" u="none" strike="noStrike" cap="none">
                <a:solidFill>
                  <a:schemeClr val="dk2"/>
                </a:solidFill>
                <a:latin typeface="Lato"/>
                <a:ea typeface="Lato"/>
                <a:cs typeface="Lato"/>
                <a:sym typeface="Lato"/>
              </a:defRPr>
            </a:lvl8pPr>
            <a:lvl9pPr marL="4114800" marR="0" lvl="8" indent="-298450" algn="l">
              <a:lnSpc>
                <a:spcPct val="115000"/>
              </a:lnSpc>
              <a:spcBef>
                <a:spcPts val="0"/>
              </a:spcBef>
              <a:spcAft>
                <a:spcPts val="0"/>
              </a:spcAft>
              <a:buClr>
                <a:schemeClr val="dk2"/>
              </a:buClr>
              <a:buSzPts val="1100"/>
              <a:buFont typeface="Lato"/>
              <a:buChar char="■"/>
              <a:defRPr sz="1400" b="0" i="0" u="none" strike="noStrike" cap="none">
                <a:solidFill>
                  <a:schemeClr val="dk2"/>
                </a:solidFill>
                <a:latin typeface="Lato"/>
                <a:ea typeface="Lato"/>
                <a:cs typeface="Lato"/>
                <a:sym typeface="Lato"/>
              </a:defRPr>
            </a:lvl9pPr>
          </a:lstStyle>
          <a:p>
            <a:endParaRPr/>
          </a:p>
        </p:txBody>
      </p:sp>
      <p:sp>
        <p:nvSpPr>
          <p:cNvPr id="135" name="Google Shape;135;p26"/>
          <p:cNvSpPr txBox="1">
            <a:spLocks noGrp="1"/>
          </p:cNvSpPr>
          <p:nvPr>
            <p:ph type="sldNum" idx="12"/>
          </p:nvPr>
        </p:nvSpPr>
        <p:spPr>
          <a:xfrm>
            <a:off x="8497999" y="4688759"/>
            <a:ext cx="548700" cy="393600"/>
          </a:xfrm>
          <a:prstGeom prst="rect">
            <a:avLst/>
          </a:prstGeom>
          <a:noFill/>
          <a:ln>
            <a:noFill/>
          </a:ln>
        </p:spPr>
        <p:txBody>
          <a:bodyPr spcFirstLastPara="1" wrap="square" lIns="68575" tIns="68575" rIns="68575" bIns="68575" anchor="ctr" anchorCtr="0">
            <a:normAutofit/>
          </a:bodyPr>
          <a:lstStyle>
            <a:lvl1pPr marL="0" marR="0" lvl="0" indent="0" algn="r">
              <a:buClr>
                <a:schemeClr val="dk2"/>
              </a:buClr>
              <a:buSzPts val="1000"/>
              <a:buFont typeface="Lato"/>
              <a:buNone/>
              <a:defRPr sz="1000">
                <a:solidFill>
                  <a:schemeClr val="dk2"/>
                </a:solidFill>
                <a:latin typeface="Lato"/>
                <a:ea typeface="Lato"/>
                <a:cs typeface="Lato"/>
                <a:sym typeface="Lato"/>
              </a:defRPr>
            </a:lvl1pPr>
            <a:lvl2pPr marL="0" marR="0" lvl="1" indent="0" algn="r">
              <a:buClr>
                <a:schemeClr val="dk2"/>
              </a:buClr>
              <a:buSzPts val="1000"/>
              <a:buFont typeface="Lato"/>
              <a:buNone/>
              <a:defRPr sz="1000">
                <a:solidFill>
                  <a:schemeClr val="dk2"/>
                </a:solidFill>
                <a:latin typeface="Lato"/>
                <a:ea typeface="Lato"/>
                <a:cs typeface="Lato"/>
                <a:sym typeface="Lato"/>
              </a:defRPr>
            </a:lvl2pPr>
            <a:lvl3pPr marL="0" marR="0" lvl="2" indent="0" algn="r">
              <a:buClr>
                <a:schemeClr val="dk2"/>
              </a:buClr>
              <a:buSzPts val="1000"/>
              <a:buFont typeface="Lato"/>
              <a:buNone/>
              <a:defRPr sz="1000">
                <a:solidFill>
                  <a:schemeClr val="dk2"/>
                </a:solidFill>
                <a:latin typeface="Lato"/>
                <a:ea typeface="Lato"/>
                <a:cs typeface="Lato"/>
                <a:sym typeface="Lato"/>
              </a:defRPr>
            </a:lvl3pPr>
            <a:lvl4pPr marL="0" marR="0" lvl="3" indent="0" algn="r">
              <a:buClr>
                <a:schemeClr val="dk2"/>
              </a:buClr>
              <a:buSzPts val="1000"/>
              <a:buFont typeface="Lato"/>
              <a:buNone/>
              <a:defRPr sz="1000">
                <a:solidFill>
                  <a:schemeClr val="dk2"/>
                </a:solidFill>
                <a:latin typeface="Lato"/>
                <a:ea typeface="Lato"/>
                <a:cs typeface="Lato"/>
                <a:sym typeface="Lato"/>
              </a:defRPr>
            </a:lvl4pPr>
            <a:lvl5pPr marL="0" marR="0" lvl="4" indent="0" algn="r">
              <a:buClr>
                <a:schemeClr val="dk2"/>
              </a:buClr>
              <a:buSzPts val="1000"/>
              <a:buFont typeface="Lato"/>
              <a:buNone/>
              <a:defRPr sz="1000">
                <a:solidFill>
                  <a:schemeClr val="dk2"/>
                </a:solidFill>
                <a:latin typeface="Lato"/>
                <a:ea typeface="Lato"/>
                <a:cs typeface="Lato"/>
                <a:sym typeface="Lato"/>
              </a:defRPr>
            </a:lvl5pPr>
            <a:lvl6pPr marL="0" marR="0" lvl="5" indent="0" algn="r">
              <a:buClr>
                <a:schemeClr val="dk2"/>
              </a:buClr>
              <a:buSzPts val="1000"/>
              <a:buFont typeface="Lato"/>
              <a:buNone/>
              <a:defRPr sz="1000">
                <a:solidFill>
                  <a:schemeClr val="dk2"/>
                </a:solidFill>
                <a:latin typeface="Lato"/>
                <a:ea typeface="Lato"/>
                <a:cs typeface="Lato"/>
                <a:sym typeface="Lato"/>
              </a:defRPr>
            </a:lvl6pPr>
            <a:lvl7pPr marL="0" marR="0" lvl="6" indent="0" algn="r">
              <a:buClr>
                <a:schemeClr val="dk2"/>
              </a:buClr>
              <a:buSzPts val="1000"/>
              <a:buFont typeface="Lato"/>
              <a:buNone/>
              <a:defRPr sz="1000">
                <a:solidFill>
                  <a:schemeClr val="dk2"/>
                </a:solidFill>
                <a:latin typeface="Lato"/>
                <a:ea typeface="Lato"/>
                <a:cs typeface="Lato"/>
                <a:sym typeface="Lato"/>
              </a:defRPr>
            </a:lvl7pPr>
            <a:lvl8pPr marL="0" marR="0" lvl="7" indent="0" algn="r">
              <a:buClr>
                <a:schemeClr val="dk2"/>
              </a:buClr>
              <a:buSzPts val="1000"/>
              <a:buFont typeface="Lato"/>
              <a:buNone/>
              <a:defRPr sz="1000">
                <a:solidFill>
                  <a:schemeClr val="dk2"/>
                </a:solidFill>
                <a:latin typeface="Lato"/>
                <a:ea typeface="Lato"/>
                <a:cs typeface="Lato"/>
                <a:sym typeface="Lato"/>
              </a:defRPr>
            </a:lvl8pPr>
            <a:lvl9pPr marL="0" marR="0" lvl="8" indent="0" algn="r">
              <a:buClr>
                <a:schemeClr val="dk2"/>
              </a:buClr>
              <a:buSzPts val="1000"/>
              <a:buFont typeface="Lato"/>
              <a:buNone/>
              <a:defRPr sz="1000">
                <a:solidFill>
                  <a:schemeClr val="dk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9.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9.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2.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6"/>
        <p:cNvGrpSpPr/>
        <p:nvPr/>
      </p:nvGrpSpPr>
      <p:grpSpPr>
        <a:xfrm>
          <a:off x="0" y="0"/>
          <a:ext cx="0" cy="0"/>
          <a:chOff x="0" y="0"/>
          <a:chExt cx="0" cy="0"/>
        </a:xfrm>
      </p:grpSpPr>
      <p:sp>
        <p:nvSpPr>
          <p:cNvPr id="187" name="Google Shape;187;p36"/>
          <p:cNvSpPr/>
          <p:nvPr/>
        </p:nvSpPr>
        <p:spPr>
          <a:xfrm>
            <a:off x="0" y="7609"/>
            <a:ext cx="9141900" cy="51435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Calibri"/>
              <a:ea typeface="Calibri"/>
              <a:cs typeface="Calibri"/>
              <a:sym typeface="Calibri"/>
            </a:endParaRPr>
          </a:p>
        </p:txBody>
      </p:sp>
      <p:pic>
        <p:nvPicPr>
          <p:cNvPr id="188" name="Google Shape;188;p36" descr="Ein Bild, das Grafiken, Schrift, Screenshot, Grafikdesign enthält.&#10;&#10;Automatisch generierte Beschreibung"/>
          <p:cNvPicPr preferRelativeResize="0"/>
          <p:nvPr/>
        </p:nvPicPr>
        <p:blipFill rotWithShape="1">
          <a:blip r:embed="rId3">
            <a:alphaModFix/>
          </a:blip>
          <a:srcRect/>
          <a:stretch/>
        </p:blipFill>
        <p:spPr>
          <a:xfrm>
            <a:off x="573741" y="1914801"/>
            <a:ext cx="2526729" cy="1313897"/>
          </a:xfrm>
          <a:prstGeom prst="rect">
            <a:avLst/>
          </a:prstGeom>
          <a:noFill/>
          <a:ln>
            <a:noFill/>
          </a:ln>
        </p:spPr>
      </p:pic>
      <p:sp>
        <p:nvSpPr>
          <p:cNvPr id="189" name="Google Shape;189;p36"/>
          <p:cNvSpPr/>
          <p:nvPr/>
        </p:nvSpPr>
        <p:spPr>
          <a:xfrm>
            <a:off x="3472494" y="0"/>
            <a:ext cx="5684858" cy="5143500"/>
          </a:xfrm>
          <a:custGeom>
            <a:avLst/>
            <a:gdLst/>
            <a:ahLst/>
            <a:cxnLst/>
            <a:rect l="l" t="t" r="r" b="b"/>
            <a:pathLst>
              <a:path w="7529613" h="6858000" extrusionOk="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gradFill>
            <a:gsLst>
              <a:gs pos="0">
                <a:srgbClr val="000000"/>
              </a:gs>
              <a:gs pos="100000">
                <a:schemeClr val="accent1"/>
              </a:gs>
            </a:gsLst>
            <a:lin ang="8398416" scaled="0"/>
          </a:gra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90" name="Google Shape;190;p36"/>
          <p:cNvSpPr txBox="1">
            <a:spLocks noGrp="1"/>
          </p:cNvSpPr>
          <p:nvPr>
            <p:ph type="ctrTitle"/>
          </p:nvPr>
        </p:nvSpPr>
        <p:spPr>
          <a:xfrm>
            <a:off x="3798656" y="571913"/>
            <a:ext cx="4654800" cy="23997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rgbClr val="FFFFFF"/>
              </a:buClr>
              <a:buSzPts val="3600"/>
              <a:buFont typeface="Calibri"/>
              <a:buNone/>
            </a:pPr>
            <a:endParaRPr sz="2400">
              <a:solidFill>
                <a:srgbClr val="FFFFFF"/>
              </a:solidFill>
            </a:endParaRPr>
          </a:p>
          <a:p>
            <a:pPr marL="0" lvl="0" indent="0" algn="ctr" rtl="0">
              <a:lnSpc>
                <a:spcPct val="90000"/>
              </a:lnSpc>
              <a:spcBef>
                <a:spcPts val="0"/>
              </a:spcBef>
              <a:spcAft>
                <a:spcPts val="0"/>
              </a:spcAft>
              <a:buClr>
                <a:srgbClr val="FFFFFF"/>
              </a:buClr>
              <a:buSzPts val="3600"/>
              <a:buFont typeface="Calibri"/>
              <a:buNone/>
            </a:pPr>
            <a:r>
              <a:rPr lang="en-GB" sz="2400">
                <a:solidFill>
                  <a:srgbClr val="FFFFFF"/>
                </a:solidFill>
              </a:rPr>
              <a:t>Data Science</a:t>
            </a:r>
            <a:endParaRPr sz="2400">
              <a:solidFill>
                <a:srgbClr val="FFFFFF"/>
              </a:solidFill>
            </a:endParaRPr>
          </a:p>
          <a:p>
            <a:pPr marL="0" lvl="0" indent="0" algn="l" rtl="0">
              <a:lnSpc>
                <a:spcPct val="90000"/>
              </a:lnSpc>
              <a:spcBef>
                <a:spcPts val="0"/>
              </a:spcBef>
              <a:spcAft>
                <a:spcPts val="0"/>
              </a:spcAft>
              <a:buClr>
                <a:srgbClr val="FFFFFF"/>
              </a:buClr>
              <a:buSzPts val="3600"/>
              <a:buFont typeface="Calibri"/>
              <a:buNone/>
            </a:pPr>
            <a:endParaRPr sz="2300">
              <a:solidFill>
                <a:srgbClr val="FFFFFF"/>
              </a:solidFill>
            </a:endParaRPr>
          </a:p>
          <a:p>
            <a:pPr marL="0" lvl="0" indent="0" algn="ctr" rtl="0">
              <a:lnSpc>
                <a:spcPct val="90000"/>
              </a:lnSpc>
              <a:spcBef>
                <a:spcPts val="0"/>
              </a:spcBef>
              <a:spcAft>
                <a:spcPts val="0"/>
              </a:spcAft>
              <a:buClr>
                <a:srgbClr val="FFFFFF"/>
              </a:buClr>
              <a:buSzPts val="3600"/>
              <a:buFont typeface="Calibri"/>
              <a:buNone/>
            </a:pPr>
            <a:r>
              <a:rPr lang="en-GB" sz="1800">
                <a:solidFill>
                  <a:srgbClr val="FFFFFF"/>
                </a:solidFill>
              </a:rPr>
              <a:t>Masters degree SS26</a:t>
            </a:r>
            <a:endParaRPr sz="1800">
              <a:solidFill>
                <a:srgbClr val="FFFFFF"/>
              </a:solidFill>
            </a:endParaRPr>
          </a:p>
        </p:txBody>
      </p:sp>
      <p:sp>
        <p:nvSpPr>
          <p:cNvPr id="191" name="Google Shape;191;p36"/>
          <p:cNvSpPr txBox="1">
            <a:spLocks noGrp="1"/>
          </p:cNvSpPr>
          <p:nvPr>
            <p:ph type="subTitle" idx="1"/>
          </p:nvPr>
        </p:nvSpPr>
        <p:spPr>
          <a:xfrm>
            <a:off x="3747637" y="3234413"/>
            <a:ext cx="4705800" cy="1266000"/>
          </a:xfrm>
          <a:prstGeom prst="rect">
            <a:avLst/>
          </a:prstGeom>
          <a:noFill/>
          <a:ln>
            <a:noFill/>
          </a:ln>
        </p:spPr>
        <p:txBody>
          <a:bodyPr spcFirstLastPara="1" wrap="square" lIns="68575" tIns="34275" rIns="68575" bIns="34275" anchor="t" anchorCtr="0">
            <a:normAutofit/>
          </a:bodyPr>
          <a:lstStyle/>
          <a:p>
            <a:pPr marL="0" lvl="0" indent="0" algn="ctr" rtl="0">
              <a:lnSpc>
                <a:spcPct val="90000"/>
              </a:lnSpc>
              <a:spcBef>
                <a:spcPts val="0"/>
              </a:spcBef>
              <a:spcAft>
                <a:spcPts val="0"/>
              </a:spcAft>
              <a:buClr>
                <a:srgbClr val="FFFFFF"/>
              </a:buClr>
              <a:buSzPts val="1800"/>
              <a:buNone/>
            </a:pPr>
            <a:r>
              <a:rPr lang="en-GB" dirty="0">
                <a:solidFill>
                  <a:srgbClr val="FFFFFF"/>
                </a:solidFill>
              </a:rPr>
              <a:t>Presented by:</a:t>
            </a:r>
            <a:endParaRPr dirty="0"/>
          </a:p>
          <a:p>
            <a:pPr marL="0" lvl="0" indent="0" algn="l" rtl="0">
              <a:lnSpc>
                <a:spcPct val="90000"/>
              </a:lnSpc>
              <a:spcBef>
                <a:spcPts val="800"/>
              </a:spcBef>
              <a:spcAft>
                <a:spcPts val="0"/>
              </a:spcAft>
              <a:buClr>
                <a:srgbClr val="FFFFFF"/>
              </a:buClr>
              <a:buSzPts val="1800"/>
              <a:buNone/>
            </a:pPr>
            <a:r>
              <a:rPr lang="en-GB" dirty="0">
                <a:solidFill>
                  <a:srgbClr val="FFFFFF"/>
                </a:solidFill>
              </a:rPr>
              <a:t>                               Ishant </a:t>
            </a:r>
            <a:r>
              <a:rPr lang="en-GB" dirty="0" err="1">
                <a:solidFill>
                  <a:srgbClr val="FFFFFF"/>
                </a:solidFill>
              </a:rPr>
              <a:t>Ishant</a:t>
            </a:r>
            <a:r>
              <a:rPr lang="en-GB" dirty="0">
                <a:solidFill>
                  <a:srgbClr val="FFFFFF"/>
                </a:solidFill>
              </a:rPr>
              <a:t>     </a:t>
            </a:r>
            <a:endParaRPr dirty="0"/>
          </a:p>
        </p:txBody>
      </p:sp>
      <p:sp>
        <p:nvSpPr>
          <p:cNvPr id="192" name="Google Shape;192;p36"/>
          <p:cNvSpPr/>
          <p:nvPr/>
        </p:nvSpPr>
        <p:spPr>
          <a:xfrm rot="10800000" flipH="1">
            <a:off x="3666000" y="3046169"/>
            <a:ext cx="4600804" cy="27889"/>
          </a:xfrm>
          <a:custGeom>
            <a:avLst/>
            <a:gdLst/>
            <a:ahLst/>
            <a:cxnLst/>
            <a:rect l="l" t="t" r="r" b="b"/>
            <a:pathLst>
              <a:path w="5303520" h="18288" fill="none" extrusionOk="0">
                <a:moveTo>
                  <a:pt x="0" y="0"/>
                </a:moveTo>
                <a:cubicBezTo>
                  <a:pt x="191807" y="-19560"/>
                  <a:pt x="373092" y="14032"/>
                  <a:pt x="556870" y="0"/>
                </a:cubicBezTo>
                <a:cubicBezTo>
                  <a:pt x="740648" y="-14032"/>
                  <a:pt x="1109645" y="5886"/>
                  <a:pt x="1272845" y="0"/>
                </a:cubicBezTo>
                <a:cubicBezTo>
                  <a:pt x="1436045" y="-5886"/>
                  <a:pt x="1723352" y="-21940"/>
                  <a:pt x="1882750" y="0"/>
                </a:cubicBezTo>
                <a:cubicBezTo>
                  <a:pt x="2042148" y="21940"/>
                  <a:pt x="2308812" y="-23394"/>
                  <a:pt x="2439619" y="0"/>
                </a:cubicBezTo>
                <a:cubicBezTo>
                  <a:pt x="2570426" y="23394"/>
                  <a:pt x="2936980" y="-3315"/>
                  <a:pt x="3155594" y="0"/>
                </a:cubicBezTo>
                <a:cubicBezTo>
                  <a:pt x="3374208" y="3315"/>
                  <a:pt x="3528026" y="24519"/>
                  <a:pt x="3818534" y="0"/>
                </a:cubicBezTo>
                <a:cubicBezTo>
                  <a:pt x="4109042" y="-24519"/>
                  <a:pt x="4161759" y="-18720"/>
                  <a:pt x="4481474" y="0"/>
                </a:cubicBezTo>
                <a:cubicBezTo>
                  <a:pt x="4801189" y="18720"/>
                  <a:pt x="5011126" y="27308"/>
                  <a:pt x="5303520" y="0"/>
                </a:cubicBezTo>
                <a:cubicBezTo>
                  <a:pt x="5304050" y="6954"/>
                  <a:pt x="5304254" y="12839"/>
                  <a:pt x="5303520" y="18288"/>
                </a:cubicBezTo>
                <a:cubicBezTo>
                  <a:pt x="5132450" y="501"/>
                  <a:pt x="4953391" y="18714"/>
                  <a:pt x="4746650" y="18288"/>
                </a:cubicBezTo>
                <a:cubicBezTo>
                  <a:pt x="4539909" y="17863"/>
                  <a:pt x="4361261" y="7168"/>
                  <a:pt x="4242816" y="18288"/>
                </a:cubicBezTo>
                <a:cubicBezTo>
                  <a:pt x="4124371" y="29408"/>
                  <a:pt x="3754907" y="21026"/>
                  <a:pt x="3526841" y="18288"/>
                </a:cubicBezTo>
                <a:cubicBezTo>
                  <a:pt x="3298775" y="15550"/>
                  <a:pt x="3164473" y="3913"/>
                  <a:pt x="2969971" y="18288"/>
                </a:cubicBezTo>
                <a:cubicBezTo>
                  <a:pt x="2775469" y="32664"/>
                  <a:pt x="2608536" y="2050"/>
                  <a:pt x="2253996" y="18288"/>
                </a:cubicBezTo>
                <a:cubicBezTo>
                  <a:pt x="1899456" y="34526"/>
                  <a:pt x="1752044" y="28789"/>
                  <a:pt x="1484986" y="18288"/>
                </a:cubicBezTo>
                <a:cubicBezTo>
                  <a:pt x="1217928" y="7788"/>
                  <a:pt x="1060609" y="-4784"/>
                  <a:pt x="875081" y="18288"/>
                </a:cubicBezTo>
                <a:cubicBezTo>
                  <a:pt x="689553" y="41360"/>
                  <a:pt x="188846" y="25228"/>
                  <a:pt x="0" y="18288"/>
                </a:cubicBezTo>
                <a:cubicBezTo>
                  <a:pt x="-570" y="9279"/>
                  <a:pt x="132" y="5100"/>
                  <a:pt x="0" y="0"/>
                </a:cubicBezTo>
                <a:close/>
              </a:path>
              <a:path w="5303520" h="18288" extrusionOk="0">
                <a:moveTo>
                  <a:pt x="0" y="0"/>
                </a:moveTo>
                <a:cubicBezTo>
                  <a:pt x="181149" y="2038"/>
                  <a:pt x="442175" y="-27591"/>
                  <a:pt x="609905" y="0"/>
                </a:cubicBezTo>
                <a:cubicBezTo>
                  <a:pt x="777636" y="27591"/>
                  <a:pt x="947554" y="-24271"/>
                  <a:pt x="1113739" y="0"/>
                </a:cubicBezTo>
                <a:cubicBezTo>
                  <a:pt x="1279924" y="24271"/>
                  <a:pt x="1721318" y="-30891"/>
                  <a:pt x="1882750" y="0"/>
                </a:cubicBezTo>
                <a:cubicBezTo>
                  <a:pt x="2044182" y="30891"/>
                  <a:pt x="2270822" y="-14002"/>
                  <a:pt x="2492654" y="0"/>
                </a:cubicBezTo>
                <a:cubicBezTo>
                  <a:pt x="2714486" y="14002"/>
                  <a:pt x="2822632" y="27292"/>
                  <a:pt x="3102559" y="0"/>
                </a:cubicBezTo>
                <a:cubicBezTo>
                  <a:pt x="3382487" y="-27292"/>
                  <a:pt x="3489743" y="-31235"/>
                  <a:pt x="3871570" y="0"/>
                </a:cubicBezTo>
                <a:cubicBezTo>
                  <a:pt x="4253397" y="31235"/>
                  <a:pt x="4301475" y="22800"/>
                  <a:pt x="4428439" y="0"/>
                </a:cubicBezTo>
                <a:cubicBezTo>
                  <a:pt x="4555403" y="-22800"/>
                  <a:pt x="5018410" y="43534"/>
                  <a:pt x="5303520" y="0"/>
                </a:cubicBezTo>
                <a:cubicBezTo>
                  <a:pt x="5302837" y="5414"/>
                  <a:pt x="5302800" y="12510"/>
                  <a:pt x="5303520" y="18288"/>
                </a:cubicBezTo>
                <a:cubicBezTo>
                  <a:pt x="5082751" y="18456"/>
                  <a:pt x="4993374" y="24100"/>
                  <a:pt x="4746650" y="18288"/>
                </a:cubicBezTo>
                <a:cubicBezTo>
                  <a:pt x="4499926" y="12477"/>
                  <a:pt x="4368648" y="-7187"/>
                  <a:pt x="4083710" y="18288"/>
                </a:cubicBezTo>
                <a:cubicBezTo>
                  <a:pt x="3798772" y="43763"/>
                  <a:pt x="3729434" y="5501"/>
                  <a:pt x="3473806" y="18288"/>
                </a:cubicBezTo>
                <a:cubicBezTo>
                  <a:pt x="3218178" y="31075"/>
                  <a:pt x="3056855" y="30003"/>
                  <a:pt x="2704795" y="18288"/>
                </a:cubicBezTo>
                <a:cubicBezTo>
                  <a:pt x="2352735" y="6573"/>
                  <a:pt x="2319447" y="29257"/>
                  <a:pt x="1935785" y="18288"/>
                </a:cubicBezTo>
                <a:cubicBezTo>
                  <a:pt x="1552123" y="7320"/>
                  <a:pt x="1532619" y="-467"/>
                  <a:pt x="1378915" y="18288"/>
                </a:cubicBezTo>
                <a:cubicBezTo>
                  <a:pt x="1225211" y="37043"/>
                  <a:pt x="1038692" y="34308"/>
                  <a:pt x="715975" y="18288"/>
                </a:cubicBezTo>
                <a:cubicBezTo>
                  <a:pt x="393258" y="2268"/>
                  <a:pt x="303768" y="26944"/>
                  <a:pt x="0" y="18288"/>
                </a:cubicBezTo>
                <a:cubicBezTo>
                  <a:pt x="-306" y="11061"/>
                  <a:pt x="-655" y="7751"/>
                  <a:pt x="0" y="0"/>
                </a:cubicBezTo>
                <a:close/>
              </a:path>
            </a:pathLst>
          </a:custGeom>
          <a:solidFill>
            <a:srgbClr val="FFFFFF"/>
          </a:solidFill>
          <a:ln w="30950" cap="rnd" cmpd="sng">
            <a:solidFill>
              <a:srgbClr val="FFFFF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7"/>
          <p:cNvSpPr/>
          <p:nvPr/>
        </p:nvSpPr>
        <p:spPr>
          <a:xfrm>
            <a:off x="4572000" y="0"/>
            <a:ext cx="4572000" cy="5143500"/>
          </a:xfrm>
          <a:prstGeom prst="rect">
            <a:avLst/>
          </a:prstGeom>
          <a:gradFill>
            <a:gsLst>
              <a:gs pos="0">
                <a:srgbClr val="000000"/>
              </a:gs>
              <a:gs pos="100000">
                <a:schemeClr val="accent1"/>
              </a:gs>
            </a:gsLst>
            <a:lin ang="8398416" scaled="0"/>
          </a:gra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sp>
        <p:nvSpPr>
          <p:cNvPr id="198" name="Google Shape;198;p37"/>
          <p:cNvSpPr txBox="1">
            <a:spLocks noGrp="1"/>
          </p:cNvSpPr>
          <p:nvPr>
            <p:ph type="title"/>
          </p:nvPr>
        </p:nvSpPr>
        <p:spPr>
          <a:xfrm>
            <a:off x="265500" y="1718250"/>
            <a:ext cx="4045200" cy="17070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Clr>
                <a:schemeClr val="dk1"/>
              </a:buClr>
              <a:buSzPts val="2700"/>
              <a:buNone/>
            </a:pPr>
            <a:r>
              <a:rPr lang="en-GB" sz="3000">
                <a:solidFill>
                  <a:schemeClr val="accent1"/>
                </a:solidFill>
              </a:rPr>
              <a:t>Project Description</a:t>
            </a:r>
            <a:endParaRPr sz="3000">
              <a:solidFill>
                <a:schemeClr val="accent1"/>
              </a:solidFill>
            </a:endParaRPr>
          </a:p>
        </p:txBody>
      </p:sp>
      <p:sp>
        <p:nvSpPr>
          <p:cNvPr id="199" name="Google Shape;199;p37"/>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p>
            <a:pPr marL="0" lvl="0" indent="0" algn="l" rtl="0">
              <a:lnSpc>
                <a:spcPct val="115000"/>
              </a:lnSpc>
              <a:spcBef>
                <a:spcPts val="0"/>
              </a:spcBef>
              <a:spcAft>
                <a:spcPts val="0"/>
              </a:spcAft>
              <a:buSzPts val="1400"/>
              <a:buNone/>
            </a:pPr>
            <a:endParaRPr sz="1700"/>
          </a:p>
          <a:p>
            <a:pPr marL="457200" lvl="0" indent="-361950" algn="l" rtl="0">
              <a:lnSpc>
                <a:spcPct val="115000"/>
              </a:lnSpc>
              <a:spcBef>
                <a:spcPts val="1200"/>
              </a:spcBef>
              <a:spcAft>
                <a:spcPts val="0"/>
              </a:spcAft>
              <a:buSzPts val="1700"/>
              <a:buChar char="●"/>
            </a:pPr>
            <a:r>
              <a:rPr lang="en-GB" sz="1700"/>
              <a:t>Exploratory data analysis</a:t>
            </a:r>
            <a:endParaRPr sz="1700"/>
          </a:p>
          <a:p>
            <a:pPr marL="457200" lvl="0" indent="-361950" algn="l" rtl="0">
              <a:spcBef>
                <a:spcPts val="0"/>
              </a:spcBef>
              <a:spcAft>
                <a:spcPts val="0"/>
              </a:spcAft>
              <a:buSzPts val="1700"/>
              <a:buChar char="●"/>
            </a:pPr>
            <a:r>
              <a:rPr lang="en-GB" sz="1700"/>
              <a:t>Feature engineering</a:t>
            </a:r>
            <a:endParaRPr sz="1700"/>
          </a:p>
          <a:p>
            <a:pPr marL="457200" lvl="0" indent="-361950" algn="l" rtl="0">
              <a:spcBef>
                <a:spcPts val="0"/>
              </a:spcBef>
              <a:spcAft>
                <a:spcPts val="0"/>
              </a:spcAft>
              <a:buSzPts val="1700"/>
              <a:buChar char="●"/>
            </a:pPr>
            <a:r>
              <a:rPr lang="en-GB" sz="1700"/>
              <a:t>Unsupervised learning</a:t>
            </a:r>
            <a:endParaRPr sz="1700"/>
          </a:p>
          <a:p>
            <a:pPr marL="457200" lvl="0" indent="-361950" algn="l" rtl="0">
              <a:lnSpc>
                <a:spcPct val="115000"/>
              </a:lnSpc>
              <a:spcBef>
                <a:spcPts val="0"/>
              </a:spcBef>
              <a:spcAft>
                <a:spcPts val="0"/>
              </a:spcAft>
              <a:buSzPts val="1700"/>
              <a:buChar char="●"/>
            </a:pPr>
            <a:r>
              <a:rPr lang="en-GB" sz="1700"/>
              <a:t>Supervised learning</a:t>
            </a:r>
            <a:endParaRPr sz="1700"/>
          </a:p>
          <a:p>
            <a:pPr marL="457200" lvl="0" indent="-361950" algn="l" rtl="0">
              <a:lnSpc>
                <a:spcPct val="115000"/>
              </a:lnSpc>
              <a:spcBef>
                <a:spcPts val="0"/>
              </a:spcBef>
              <a:spcAft>
                <a:spcPts val="0"/>
              </a:spcAft>
              <a:buSzPts val="1700"/>
              <a:buChar char="●"/>
            </a:pPr>
            <a:r>
              <a:rPr lang="en-GB" sz="1700"/>
              <a:t>Model evaluation metrics</a:t>
            </a:r>
            <a:endParaRPr sz="1700"/>
          </a:p>
          <a:p>
            <a:pPr marL="457200" lvl="0" indent="0" algn="l" rtl="0">
              <a:lnSpc>
                <a:spcPct val="115000"/>
              </a:lnSpc>
              <a:spcBef>
                <a:spcPts val="0"/>
              </a:spcBef>
              <a:spcAft>
                <a:spcPts val="0"/>
              </a:spcAft>
              <a:buNone/>
            </a:pPr>
            <a:endParaRPr sz="1700"/>
          </a:p>
          <a:p>
            <a:pPr marL="914400" lvl="0" indent="0" algn="l" rtl="0">
              <a:lnSpc>
                <a:spcPct val="115000"/>
              </a:lnSpc>
              <a:spcBef>
                <a:spcPts val="1200"/>
              </a:spcBef>
              <a:spcAft>
                <a:spcPts val="1200"/>
              </a:spcAft>
              <a:buSzPts val="1400"/>
              <a:buNone/>
            </a:pPr>
            <a:endParaRPr sz="1700"/>
          </a:p>
        </p:txBody>
      </p:sp>
      <p:sp>
        <p:nvSpPr>
          <p:cNvPr id="200" name="Google Shape;200;p37"/>
          <p:cNvSpPr txBox="1">
            <a:spLocks noGrp="1"/>
          </p:cNvSpPr>
          <p:nvPr>
            <p:ph type="sldNum" idx="12"/>
          </p:nvPr>
        </p:nvSpPr>
        <p:spPr>
          <a:xfrm>
            <a:off x="6457950" y="4767263"/>
            <a:ext cx="2057400" cy="273900"/>
          </a:xfrm>
          <a:prstGeom prst="rect">
            <a:avLst/>
          </a:prstGeom>
          <a:noFill/>
          <a:ln>
            <a:noFill/>
          </a:ln>
        </p:spPr>
        <p:txBody>
          <a:bodyPr spcFirstLastPara="1" wrap="square" lIns="68575" tIns="68575" rIns="68575" bIns="68575" anchor="ctr" anchorCtr="0">
            <a:normAutofit fontScale="92500" lnSpcReduction="10000"/>
          </a:bodyPr>
          <a:lstStyle/>
          <a:p>
            <a:pPr marL="0" lvl="0" indent="0" algn="r" rtl="0">
              <a:spcBef>
                <a:spcPts val="0"/>
              </a:spcBef>
              <a:spcAft>
                <a:spcPts val="0"/>
              </a:spcAft>
              <a:buClr>
                <a:schemeClr val="lt1"/>
              </a:buClr>
              <a:buSzPts val="1000"/>
              <a:buFont typeface="Lato"/>
              <a:buNone/>
            </a:pPr>
            <a:fld id="{00000000-1234-1234-1234-123412341234}" type="slidenum">
              <a:rPr lang="en-GB"/>
              <a:t>2</a:t>
            </a:fld>
            <a:endParaRPr/>
          </a:p>
        </p:txBody>
      </p:sp>
      <p:sp>
        <p:nvSpPr>
          <p:cNvPr id="201" name="Google Shape;201;p37"/>
          <p:cNvSpPr txBox="1"/>
          <p:nvPr/>
        </p:nvSpPr>
        <p:spPr>
          <a:xfrm>
            <a:off x="265500" y="3483665"/>
            <a:ext cx="41877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400">
              <a:solidFill>
                <a:srgbClr val="FF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8"/>
          <p:cNvSpPr/>
          <p:nvPr/>
        </p:nvSpPr>
        <p:spPr>
          <a:xfrm>
            <a:off x="410474" y="2199000"/>
            <a:ext cx="1802700" cy="745500"/>
          </a:xfrm>
          <a:prstGeom prst="homePlate">
            <a:avLst>
              <a:gd name="adj" fmla="val 50000"/>
            </a:avLst>
          </a:prstGeom>
          <a:gradFill>
            <a:gsLst>
              <a:gs pos="0">
                <a:srgbClr val="000000"/>
              </a:gs>
              <a:gs pos="100000">
                <a:schemeClr val="accent1"/>
              </a:gs>
            </a:gsLst>
            <a:lin ang="8398416" scaled="0"/>
          </a:gradFill>
          <a:ln w="7150" cap="flat" cmpd="sng">
            <a:solidFill>
              <a:schemeClr val="lt1"/>
            </a:solidFill>
            <a:prstDash val="solid"/>
            <a:round/>
            <a:headEnd type="none" w="sm" len="sm"/>
            <a:tailEnd type="none" w="sm" len="sm"/>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207" name="Google Shape;207;p38"/>
          <p:cNvSpPr txBox="1">
            <a:spLocks noGrp="1"/>
          </p:cNvSpPr>
          <p:nvPr>
            <p:ph type="body" idx="4294967295"/>
          </p:nvPr>
        </p:nvSpPr>
        <p:spPr>
          <a:xfrm>
            <a:off x="0" y="2336550"/>
            <a:ext cx="2465100" cy="470400"/>
          </a:xfrm>
          <a:prstGeom prst="rect">
            <a:avLst/>
          </a:prstGeom>
          <a:noFill/>
          <a:ln>
            <a:noFill/>
          </a:ln>
        </p:spPr>
        <p:txBody>
          <a:bodyPr spcFirstLastPara="1" wrap="square" lIns="91425" tIns="91425" rIns="91425" bIns="91425" anchor="ctr" anchorCtr="0">
            <a:noAutofit/>
          </a:bodyPr>
          <a:lstStyle/>
          <a:p>
            <a:pPr marL="0" lvl="0" indent="0" algn="ctr" rtl="0">
              <a:lnSpc>
                <a:spcPct val="80000"/>
              </a:lnSpc>
              <a:spcBef>
                <a:spcPts val="0"/>
              </a:spcBef>
              <a:spcAft>
                <a:spcPts val="0"/>
              </a:spcAft>
              <a:buSzPts val="500"/>
              <a:buNone/>
            </a:pPr>
            <a:r>
              <a:rPr lang="en-GB" b="1">
                <a:solidFill>
                  <a:schemeClr val="lt1"/>
                </a:solidFill>
              </a:rPr>
              <a:t>EDA</a:t>
            </a:r>
            <a:endParaRPr b="1">
              <a:solidFill>
                <a:schemeClr val="lt1"/>
              </a:solidFill>
            </a:endParaRPr>
          </a:p>
        </p:txBody>
      </p:sp>
      <p:grpSp>
        <p:nvGrpSpPr>
          <p:cNvPr id="208" name="Google Shape;208;p38"/>
          <p:cNvGrpSpPr/>
          <p:nvPr/>
        </p:nvGrpSpPr>
        <p:grpSpPr>
          <a:xfrm>
            <a:off x="912820" y="1610216"/>
            <a:ext cx="198900" cy="593656"/>
            <a:chOff x="777447" y="1610215"/>
            <a:chExt cx="198900" cy="593656"/>
          </a:xfrm>
        </p:grpSpPr>
        <p:cxnSp>
          <p:nvCxnSpPr>
            <p:cNvPr id="209" name="Google Shape;209;p38"/>
            <p:cNvCxnSpPr/>
            <p:nvPr/>
          </p:nvCxnSpPr>
          <p:spPr>
            <a:xfrm>
              <a:off x="876909" y="1649171"/>
              <a:ext cx="0" cy="554700"/>
            </a:xfrm>
            <a:prstGeom prst="straightConnector1">
              <a:avLst/>
            </a:prstGeom>
            <a:noFill/>
            <a:ln w="7150" cap="flat" cmpd="sng">
              <a:solidFill>
                <a:schemeClr val="dk2"/>
              </a:solidFill>
              <a:prstDash val="solid"/>
              <a:round/>
              <a:headEnd type="none" w="sm" len="sm"/>
              <a:tailEnd type="none" w="sm" len="sm"/>
            </a:ln>
          </p:spPr>
        </p:cxnSp>
        <p:sp>
          <p:nvSpPr>
            <p:cNvPr id="210" name="Google Shape;210;p38"/>
            <p:cNvSpPr/>
            <p:nvPr/>
          </p:nvSpPr>
          <p:spPr>
            <a:xfrm>
              <a:off x="777447" y="1610215"/>
              <a:ext cx="198900" cy="198900"/>
            </a:xfrm>
            <a:prstGeom prst="ellipse">
              <a:avLst/>
            </a:pr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grpSp>
      <p:sp>
        <p:nvSpPr>
          <p:cNvPr id="211" name="Google Shape;211;p38"/>
          <p:cNvSpPr txBox="1">
            <a:spLocks noGrp="1"/>
          </p:cNvSpPr>
          <p:nvPr>
            <p:ph type="body" idx="4294967295"/>
          </p:nvPr>
        </p:nvSpPr>
        <p:spPr>
          <a:xfrm>
            <a:off x="318375" y="176494"/>
            <a:ext cx="2242800" cy="1433700"/>
          </a:xfrm>
          <a:prstGeom prst="rect">
            <a:avLst/>
          </a:prstGeom>
          <a:noFill/>
          <a:ln>
            <a:noFill/>
          </a:ln>
        </p:spPr>
        <p:txBody>
          <a:bodyPr spcFirstLastPara="1" wrap="square" lIns="91425" tIns="91425" rIns="91425" bIns="91425" anchor="t" anchorCtr="0">
            <a:noAutofit/>
          </a:bodyPr>
          <a:lstStyle/>
          <a:p>
            <a:pPr marL="0" lvl="0" indent="0" algn="l" rtl="0">
              <a:lnSpc>
                <a:spcPct val="105000"/>
              </a:lnSpc>
              <a:spcBef>
                <a:spcPts val="0"/>
              </a:spcBef>
              <a:spcAft>
                <a:spcPts val="0"/>
              </a:spcAft>
              <a:buSzPts val="1400"/>
              <a:buNone/>
            </a:pPr>
            <a:r>
              <a:rPr lang="en-GB"/>
              <a:t>- Frame  the requirement</a:t>
            </a:r>
            <a:endParaRPr/>
          </a:p>
          <a:p>
            <a:pPr marL="0" lvl="0" indent="0" algn="l" rtl="0">
              <a:lnSpc>
                <a:spcPct val="105000"/>
              </a:lnSpc>
              <a:spcBef>
                <a:spcPts val="1200"/>
              </a:spcBef>
              <a:spcAft>
                <a:spcPts val="0"/>
              </a:spcAft>
              <a:buSzPts val="1400"/>
              <a:buNone/>
            </a:pPr>
            <a:r>
              <a:rPr lang="en-GB"/>
              <a:t>- Data interpretation</a:t>
            </a:r>
            <a:endParaRPr/>
          </a:p>
          <a:p>
            <a:pPr marL="0" lvl="0" indent="0" algn="l" rtl="0">
              <a:lnSpc>
                <a:spcPct val="105000"/>
              </a:lnSpc>
              <a:spcBef>
                <a:spcPts val="1200"/>
              </a:spcBef>
              <a:spcAft>
                <a:spcPts val="1200"/>
              </a:spcAft>
              <a:buSzPts val="1400"/>
              <a:buNone/>
            </a:pPr>
            <a:r>
              <a:rPr lang="en-GB" sz="1300"/>
              <a:t>- Identify issues(nan,outliers)</a:t>
            </a:r>
            <a:endParaRPr sz="1300"/>
          </a:p>
        </p:txBody>
      </p:sp>
      <p:sp>
        <p:nvSpPr>
          <p:cNvPr id="212" name="Google Shape;212;p38"/>
          <p:cNvSpPr/>
          <p:nvPr/>
        </p:nvSpPr>
        <p:spPr>
          <a:xfrm>
            <a:off x="1817054" y="2199000"/>
            <a:ext cx="2051100" cy="745500"/>
          </a:xfrm>
          <a:prstGeom prst="chevron">
            <a:avLst>
              <a:gd name="adj" fmla="val 50000"/>
            </a:avLst>
          </a:prstGeom>
          <a:gradFill>
            <a:gsLst>
              <a:gs pos="0">
                <a:srgbClr val="000000"/>
              </a:gs>
              <a:gs pos="100000">
                <a:schemeClr val="accent1"/>
              </a:gs>
            </a:gsLst>
            <a:lin ang="8398416" scaled="0"/>
          </a:gradFill>
          <a:ln w="7150" cap="flat" cmpd="sng">
            <a:solidFill>
              <a:schemeClr val="lt1"/>
            </a:solidFill>
            <a:prstDash val="solid"/>
            <a:round/>
            <a:headEnd type="none" w="sm" len="sm"/>
            <a:tailEnd type="none" w="sm" len="sm"/>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213" name="Google Shape;213;p38"/>
          <p:cNvSpPr txBox="1">
            <a:spLocks noGrp="1"/>
          </p:cNvSpPr>
          <p:nvPr>
            <p:ph type="body" idx="4294967295"/>
          </p:nvPr>
        </p:nvSpPr>
        <p:spPr>
          <a:xfrm>
            <a:off x="2126317" y="2336550"/>
            <a:ext cx="1315500" cy="4704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Clr>
                <a:schemeClr val="dk2"/>
              </a:buClr>
              <a:buSzPts val="1400"/>
              <a:buFont typeface="Arial"/>
              <a:buNone/>
            </a:pPr>
            <a:r>
              <a:rPr lang="en-GB" b="1">
                <a:solidFill>
                  <a:schemeClr val="lt1"/>
                </a:solidFill>
              </a:rPr>
              <a:t>Feature eng.</a:t>
            </a:r>
            <a:endParaRPr b="1">
              <a:solidFill>
                <a:schemeClr val="lt1"/>
              </a:solidFill>
            </a:endParaRPr>
          </a:p>
        </p:txBody>
      </p:sp>
      <p:grpSp>
        <p:nvGrpSpPr>
          <p:cNvPr id="214" name="Google Shape;214;p38"/>
          <p:cNvGrpSpPr/>
          <p:nvPr/>
        </p:nvGrpSpPr>
        <p:grpSpPr>
          <a:xfrm>
            <a:off x="2266282" y="2938959"/>
            <a:ext cx="198900" cy="593656"/>
            <a:chOff x="2223534" y="2938958"/>
            <a:chExt cx="198900" cy="593656"/>
          </a:xfrm>
        </p:grpSpPr>
        <p:cxnSp>
          <p:nvCxnSpPr>
            <p:cNvPr id="215" name="Google Shape;215;p38"/>
            <p:cNvCxnSpPr/>
            <p:nvPr/>
          </p:nvCxnSpPr>
          <p:spPr>
            <a:xfrm rot="10800000">
              <a:off x="2322997" y="2938958"/>
              <a:ext cx="0" cy="554700"/>
            </a:xfrm>
            <a:prstGeom prst="straightConnector1">
              <a:avLst/>
            </a:prstGeom>
            <a:noFill/>
            <a:ln w="7150" cap="flat" cmpd="sng">
              <a:solidFill>
                <a:schemeClr val="dk2"/>
              </a:solidFill>
              <a:prstDash val="solid"/>
              <a:round/>
              <a:headEnd type="none" w="sm" len="sm"/>
              <a:tailEnd type="none" w="sm" len="sm"/>
            </a:ln>
          </p:spPr>
        </p:cxnSp>
        <p:sp>
          <p:nvSpPr>
            <p:cNvPr id="216" name="Google Shape;216;p38"/>
            <p:cNvSpPr/>
            <p:nvPr/>
          </p:nvSpPr>
          <p:spPr>
            <a:xfrm rot="10800000" flipH="1">
              <a:off x="2223534" y="3333714"/>
              <a:ext cx="198900" cy="198900"/>
            </a:xfrm>
            <a:prstGeom prst="ellipse">
              <a:avLst/>
            </a:pr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grpSp>
      <p:sp>
        <p:nvSpPr>
          <p:cNvPr id="217" name="Google Shape;217;p38"/>
          <p:cNvSpPr txBox="1">
            <a:spLocks noGrp="1"/>
          </p:cNvSpPr>
          <p:nvPr>
            <p:ph type="body" idx="4294967295"/>
          </p:nvPr>
        </p:nvSpPr>
        <p:spPr>
          <a:xfrm>
            <a:off x="1244325" y="3757725"/>
            <a:ext cx="2680800" cy="1235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500"/>
              <a:buNone/>
            </a:pPr>
            <a:r>
              <a:rPr lang="en-GB" sz="1400"/>
              <a:t>-Clean data</a:t>
            </a:r>
            <a:endParaRPr sz="1400"/>
          </a:p>
          <a:p>
            <a:pPr marL="0" lvl="0" indent="0" algn="l" rtl="0">
              <a:lnSpc>
                <a:spcPct val="115000"/>
              </a:lnSpc>
              <a:spcBef>
                <a:spcPts val="0"/>
              </a:spcBef>
              <a:spcAft>
                <a:spcPts val="0"/>
              </a:spcAft>
              <a:buSzPts val="500"/>
              <a:buNone/>
            </a:pPr>
            <a:r>
              <a:rPr lang="en-GB" sz="1400"/>
              <a:t>-Log numerical outliers</a:t>
            </a:r>
            <a:endParaRPr sz="1400"/>
          </a:p>
          <a:p>
            <a:pPr marL="0" lvl="0" indent="0" algn="l" rtl="0">
              <a:lnSpc>
                <a:spcPct val="115000"/>
              </a:lnSpc>
              <a:spcBef>
                <a:spcPts val="0"/>
              </a:spcBef>
              <a:spcAft>
                <a:spcPts val="0"/>
              </a:spcAft>
              <a:buSzPts val="500"/>
              <a:buNone/>
            </a:pPr>
            <a:r>
              <a:rPr lang="en-GB" sz="1400"/>
              <a:t>-Combine features</a:t>
            </a:r>
            <a:endParaRPr sz="1400"/>
          </a:p>
          <a:p>
            <a:pPr marL="0" lvl="0" indent="0" algn="l" rtl="0">
              <a:lnSpc>
                <a:spcPct val="115000"/>
              </a:lnSpc>
              <a:spcBef>
                <a:spcPts val="0"/>
              </a:spcBef>
              <a:spcAft>
                <a:spcPts val="0"/>
              </a:spcAft>
              <a:buSzPts val="500"/>
              <a:buNone/>
            </a:pPr>
            <a:r>
              <a:rPr lang="en-GB" sz="1400"/>
              <a:t>-encode categorical features</a:t>
            </a:r>
            <a:endParaRPr sz="1400"/>
          </a:p>
          <a:p>
            <a:pPr marL="0" lvl="0" indent="0" algn="l" rtl="0">
              <a:lnSpc>
                <a:spcPct val="115000"/>
              </a:lnSpc>
              <a:spcBef>
                <a:spcPts val="1200"/>
              </a:spcBef>
              <a:spcAft>
                <a:spcPts val="1200"/>
              </a:spcAft>
              <a:buSzPts val="500"/>
              <a:buNone/>
            </a:pPr>
            <a:endParaRPr/>
          </a:p>
        </p:txBody>
      </p:sp>
      <p:sp>
        <p:nvSpPr>
          <p:cNvPr id="218" name="Google Shape;218;p38"/>
          <p:cNvSpPr/>
          <p:nvPr/>
        </p:nvSpPr>
        <p:spPr>
          <a:xfrm>
            <a:off x="3471973" y="2199000"/>
            <a:ext cx="2051100" cy="745500"/>
          </a:xfrm>
          <a:prstGeom prst="chevron">
            <a:avLst>
              <a:gd name="adj" fmla="val 50000"/>
            </a:avLst>
          </a:prstGeom>
          <a:gradFill>
            <a:gsLst>
              <a:gs pos="0">
                <a:srgbClr val="000000"/>
              </a:gs>
              <a:gs pos="100000">
                <a:schemeClr val="accent1"/>
              </a:gs>
            </a:gsLst>
            <a:lin ang="8398416" scaled="0"/>
          </a:gradFill>
          <a:ln w="7150" cap="flat" cmpd="sng">
            <a:solidFill>
              <a:schemeClr val="lt1"/>
            </a:solidFill>
            <a:prstDash val="solid"/>
            <a:round/>
            <a:headEnd type="none" w="sm" len="sm"/>
            <a:tailEnd type="none" w="sm" len="sm"/>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219" name="Google Shape;219;p38"/>
          <p:cNvSpPr txBox="1">
            <a:spLocks noGrp="1"/>
          </p:cNvSpPr>
          <p:nvPr>
            <p:ph type="body" idx="4294967295"/>
          </p:nvPr>
        </p:nvSpPr>
        <p:spPr>
          <a:xfrm>
            <a:off x="3767755" y="2336550"/>
            <a:ext cx="1315500" cy="470400"/>
          </a:xfrm>
          <a:prstGeom prst="rect">
            <a:avLst/>
          </a:prstGeom>
          <a:noFill/>
          <a:ln>
            <a:noFill/>
          </a:ln>
        </p:spPr>
        <p:txBody>
          <a:bodyPr spcFirstLastPara="1" wrap="square" lIns="91425" tIns="91425" rIns="91425" bIns="91425" anchor="ctr" anchorCtr="0">
            <a:normAutofit fontScale="77500" lnSpcReduction="20000"/>
          </a:bodyPr>
          <a:lstStyle/>
          <a:p>
            <a:pPr marL="0" lvl="0" indent="0" algn="ctr" rtl="0">
              <a:lnSpc>
                <a:spcPct val="100000"/>
              </a:lnSpc>
              <a:spcBef>
                <a:spcPts val="0"/>
              </a:spcBef>
              <a:spcAft>
                <a:spcPts val="0"/>
              </a:spcAft>
              <a:buClr>
                <a:schemeClr val="dk2"/>
              </a:buClr>
              <a:buSzPct val="100000"/>
              <a:buFont typeface="Arial"/>
              <a:buNone/>
            </a:pPr>
            <a:r>
              <a:rPr lang="en-GB" b="1">
                <a:solidFill>
                  <a:schemeClr val="lt1"/>
                </a:solidFill>
              </a:rPr>
              <a:t>Clustering ,GMM</a:t>
            </a:r>
            <a:endParaRPr b="1">
              <a:solidFill>
                <a:schemeClr val="lt1"/>
              </a:solidFill>
            </a:endParaRPr>
          </a:p>
        </p:txBody>
      </p:sp>
      <p:grpSp>
        <p:nvGrpSpPr>
          <p:cNvPr id="220" name="Google Shape;220;p38"/>
          <p:cNvGrpSpPr/>
          <p:nvPr/>
        </p:nvGrpSpPr>
        <p:grpSpPr>
          <a:xfrm>
            <a:off x="4058732" y="1610216"/>
            <a:ext cx="198900" cy="593656"/>
            <a:chOff x="3918084" y="1610215"/>
            <a:chExt cx="198900" cy="593656"/>
          </a:xfrm>
        </p:grpSpPr>
        <p:cxnSp>
          <p:nvCxnSpPr>
            <p:cNvPr id="221" name="Google Shape;221;p38"/>
            <p:cNvCxnSpPr/>
            <p:nvPr/>
          </p:nvCxnSpPr>
          <p:spPr>
            <a:xfrm>
              <a:off x="4017546" y="1649171"/>
              <a:ext cx="0" cy="554700"/>
            </a:xfrm>
            <a:prstGeom prst="straightConnector1">
              <a:avLst/>
            </a:prstGeom>
            <a:noFill/>
            <a:ln w="7150" cap="flat" cmpd="sng">
              <a:solidFill>
                <a:schemeClr val="dk2"/>
              </a:solidFill>
              <a:prstDash val="solid"/>
              <a:round/>
              <a:headEnd type="none" w="sm" len="sm"/>
              <a:tailEnd type="none" w="sm" len="sm"/>
            </a:ln>
          </p:spPr>
        </p:cxnSp>
        <p:sp>
          <p:nvSpPr>
            <p:cNvPr id="222" name="Google Shape;222;p38"/>
            <p:cNvSpPr/>
            <p:nvPr/>
          </p:nvSpPr>
          <p:spPr>
            <a:xfrm>
              <a:off x="3918084" y="1610215"/>
              <a:ext cx="198900" cy="198900"/>
            </a:xfrm>
            <a:prstGeom prst="ellipse">
              <a:avLst/>
            </a:pr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grpSp>
      <p:sp>
        <p:nvSpPr>
          <p:cNvPr id="223" name="Google Shape;223;p38"/>
          <p:cNvSpPr txBox="1">
            <a:spLocks noGrp="1"/>
          </p:cNvSpPr>
          <p:nvPr>
            <p:ph type="body" idx="4294967295"/>
          </p:nvPr>
        </p:nvSpPr>
        <p:spPr>
          <a:xfrm>
            <a:off x="3304100" y="242138"/>
            <a:ext cx="2242800" cy="1235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a:t>-Drop labels</a:t>
            </a:r>
            <a:endParaRPr/>
          </a:p>
          <a:p>
            <a:pPr marL="0" lvl="0" indent="0" algn="l" rtl="0">
              <a:spcBef>
                <a:spcPts val="1200"/>
              </a:spcBef>
              <a:spcAft>
                <a:spcPts val="0"/>
              </a:spcAft>
              <a:buClr>
                <a:schemeClr val="dk2"/>
              </a:buClr>
              <a:buSzPts val="1400"/>
              <a:buFont typeface="Arial"/>
              <a:buNone/>
            </a:pPr>
            <a:r>
              <a:rPr lang="en-GB"/>
              <a:t>-Train Raw vs engineered feature</a:t>
            </a:r>
            <a:endParaRPr/>
          </a:p>
          <a:p>
            <a:pPr marL="0" lvl="0" indent="0" algn="l" rtl="0">
              <a:spcBef>
                <a:spcPts val="1200"/>
              </a:spcBef>
              <a:spcAft>
                <a:spcPts val="0"/>
              </a:spcAft>
              <a:buClr>
                <a:schemeClr val="dk2"/>
              </a:buClr>
              <a:buSzPts val="1400"/>
              <a:buFont typeface="Arial"/>
              <a:buNone/>
            </a:pPr>
            <a:r>
              <a:rPr lang="en-GB"/>
              <a:t>-Evaluate(ARI,Silhouette)</a:t>
            </a:r>
            <a:endParaRPr/>
          </a:p>
          <a:p>
            <a:pPr marL="0" lvl="0" indent="0" algn="l" rtl="0">
              <a:lnSpc>
                <a:spcPct val="95000"/>
              </a:lnSpc>
              <a:spcBef>
                <a:spcPts val="1200"/>
              </a:spcBef>
              <a:spcAft>
                <a:spcPts val="1200"/>
              </a:spcAft>
              <a:buSzPts val="600"/>
              <a:buNone/>
            </a:pPr>
            <a:endParaRPr sz="1400"/>
          </a:p>
        </p:txBody>
      </p:sp>
      <p:sp>
        <p:nvSpPr>
          <p:cNvPr id="224" name="Google Shape;224;p38"/>
          <p:cNvSpPr/>
          <p:nvPr/>
        </p:nvSpPr>
        <p:spPr>
          <a:xfrm>
            <a:off x="5126893" y="2199000"/>
            <a:ext cx="2051100" cy="745500"/>
          </a:xfrm>
          <a:prstGeom prst="chevron">
            <a:avLst>
              <a:gd name="adj" fmla="val 50000"/>
            </a:avLst>
          </a:prstGeom>
          <a:gradFill>
            <a:gsLst>
              <a:gs pos="0">
                <a:srgbClr val="000000"/>
              </a:gs>
              <a:gs pos="100000">
                <a:schemeClr val="accent1"/>
              </a:gs>
            </a:gsLst>
            <a:lin ang="8398416" scaled="0"/>
          </a:gradFill>
          <a:ln w="7150" cap="flat" cmpd="sng">
            <a:solidFill>
              <a:schemeClr val="lt1"/>
            </a:solidFill>
            <a:prstDash val="solid"/>
            <a:round/>
            <a:headEnd type="none" w="sm" len="sm"/>
            <a:tailEnd type="none" w="sm" len="sm"/>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225" name="Google Shape;225;p38"/>
          <p:cNvSpPr txBox="1">
            <a:spLocks noGrp="1"/>
          </p:cNvSpPr>
          <p:nvPr>
            <p:ph type="body" idx="4294967295"/>
          </p:nvPr>
        </p:nvSpPr>
        <p:spPr>
          <a:xfrm>
            <a:off x="5416699" y="2336550"/>
            <a:ext cx="1315500" cy="470400"/>
          </a:xfrm>
          <a:prstGeom prst="rect">
            <a:avLst/>
          </a:prstGeom>
          <a:noFill/>
          <a:ln>
            <a:noFill/>
          </a:ln>
        </p:spPr>
        <p:txBody>
          <a:bodyPr spcFirstLastPara="1" wrap="square" lIns="91425" tIns="91425" rIns="91425" bIns="91425" anchor="ctr" anchorCtr="0">
            <a:normAutofit/>
          </a:bodyPr>
          <a:lstStyle/>
          <a:p>
            <a:pPr marL="0" lvl="0" indent="0" algn="ctr" rtl="0">
              <a:lnSpc>
                <a:spcPct val="100000"/>
              </a:lnSpc>
              <a:spcBef>
                <a:spcPts val="0"/>
              </a:spcBef>
              <a:spcAft>
                <a:spcPts val="0"/>
              </a:spcAft>
              <a:buSzPts val="1400"/>
              <a:buNone/>
            </a:pPr>
            <a:r>
              <a:rPr lang="en-GB" b="1">
                <a:solidFill>
                  <a:schemeClr val="lt1"/>
                </a:solidFill>
              </a:rPr>
              <a:t>ML models</a:t>
            </a:r>
            <a:endParaRPr b="1">
              <a:solidFill>
                <a:schemeClr val="lt1"/>
              </a:solidFill>
            </a:endParaRPr>
          </a:p>
        </p:txBody>
      </p:sp>
      <p:grpSp>
        <p:nvGrpSpPr>
          <p:cNvPr id="226" name="Google Shape;226;p38"/>
          <p:cNvGrpSpPr/>
          <p:nvPr/>
        </p:nvGrpSpPr>
        <p:grpSpPr>
          <a:xfrm>
            <a:off x="5973070" y="2938959"/>
            <a:ext cx="198900" cy="593656"/>
            <a:chOff x="5958946" y="2938958"/>
            <a:chExt cx="198900" cy="593656"/>
          </a:xfrm>
        </p:grpSpPr>
        <p:cxnSp>
          <p:nvCxnSpPr>
            <p:cNvPr id="227" name="Google Shape;227;p38"/>
            <p:cNvCxnSpPr/>
            <p:nvPr/>
          </p:nvCxnSpPr>
          <p:spPr>
            <a:xfrm rot="10800000">
              <a:off x="6058409" y="2938958"/>
              <a:ext cx="0" cy="554700"/>
            </a:xfrm>
            <a:prstGeom prst="straightConnector1">
              <a:avLst/>
            </a:prstGeom>
            <a:noFill/>
            <a:ln w="7150" cap="flat" cmpd="sng">
              <a:solidFill>
                <a:schemeClr val="dk2"/>
              </a:solidFill>
              <a:prstDash val="solid"/>
              <a:round/>
              <a:headEnd type="none" w="sm" len="sm"/>
              <a:tailEnd type="none" w="sm" len="sm"/>
            </a:ln>
          </p:spPr>
        </p:cxnSp>
        <p:sp>
          <p:nvSpPr>
            <p:cNvPr id="228" name="Google Shape;228;p38"/>
            <p:cNvSpPr/>
            <p:nvPr/>
          </p:nvSpPr>
          <p:spPr>
            <a:xfrm rot="10800000" flipH="1">
              <a:off x="5958946" y="3333714"/>
              <a:ext cx="198900" cy="198900"/>
            </a:xfrm>
            <a:prstGeom prst="ellipse">
              <a:avLst/>
            </a:pr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grpSp>
      <p:sp>
        <p:nvSpPr>
          <p:cNvPr id="229" name="Google Shape;229;p38"/>
          <p:cNvSpPr txBox="1">
            <a:spLocks noGrp="1"/>
          </p:cNvSpPr>
          <p:nvPr>
            <p:ph type="body" idx="4294967295"/>
          </p:nvPr>
        </p:nvSpPr>
        <p:spPr>
          <a:xfrm>
            <a:off x="5126906" y="3664463"/>
            <a:ext cx="2242800" cy="137670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1200"/>
              </a:spcBef>
              <a:spcAft>
                <a:spcPts val="0"/>
              </a:spcAft>
              <a:buClr>
                <a:schemeClr val="dk2"/>
              </a:buClr>
              <a:buSzPts val="200"/>
              <a:buFont typeface="Arial"/>
              <a:buNone/>
            </a:pPr>
            <a:r>
              <a:rPr lang="en-GB"/>
              <a:t>- Labeled data</a:t>
            </a:r>
            <a:endParaRPr/>
          </a:p>
          <a:p>
            <a:pPr marL="0" lvl="0" indent="0" algn="l" rtl="0">
              <a:lnSpc>
                <a:spcPct val="95000"/>
              </a:lnSpc>
              <a:spcBef>
                <a:spcPts val="1200"/>
              </a:spcBef>
              <a:spcAft>
                <a:spcPts val="0"/>
              </a:spcAft>
              <a:buClr>
                <a:schemeClr val="dk2"/>
              </a:buClr>
              <a:buSzPts val="200"/>
              <a:buFont typeface="Arial"/>
              <a:buNone/>
            </a:pPr>
            <a:r>
              <a:rPr lang="en-GB"/>
              <a:t>-7 models on 80% Training </a:t>
            </a:r>
            <a:endParaRPr/>
          </a:p>
          <a:p>
            <a:pPr marL="0" lvl="0" indent="0" algn="l" rtl="0">
              <a:lnSpc>
                <a:spcPct val="95000"/>
              </a:lnSpc>
              <a:spcBef>
                <a:spcPts val="1200"/>
              </a:spcBef>
              <a:spcAft>
                <a:spcPts val="0"/>
              </a:spcAft>
              <a:buClr>
                <a:schemeClr val="dk2"/>
              </a:buClr>
              <a:buSzPts val="200"/>
              <a:buFont typeface="Arial"/>
              <a:buNone/>
            </a:pPr>
            <a:r>
              <a:rPr lang="en-GB"/>
              <a:t>-20% Testing</a:t>
            </a:r>
            <a:endParaRPr/>
          </a:p>
          <a:p>
            <a:pPr marL="0" lvl="0" indent="0" algn="l" rtl="0">
              <a:lnSpc>
                <a:spcPct val="95000"/>
              </a:lnSpc>
              <a:spcBef>
                <a:spcPts val="1200"/>
              </a:spcBef>
              <a:spcAft>
                <a:spcPts val="1200"/>
              </a:spcAft>
              <a:buClr>
                <a:schemeClr val="dk2"/>
              </a:buClr>
              <a:buSzPts val="200"/>
              <a:buFont typeface="Arial"/>
              <a:buNone/>
            </a:pPr>
            <a:r>
              <a:rPr lang="en-GB"/>
              <a:t>-Evaluate</a:t>
            </a:r>
            <a:endParaRPr/>
          </a:p>
        </p:txBody>
      </p:sp>
      <p:sp>
        <p:nvSpPr>
          <p:cNvPr id="230" name="Google Shape;230;p38"/>
          <p:cNvSpPr/>
          <p:nvPr/>
        </p:nvSpPr>
        <p:spPr>
          <a:xfrm>
            <a:off x="6781819" y="2199000"/>
            <a:ext cx="2303400" cy="745500"/>
          </a:xfrm>
          <a:prstGeom prst="chevron">
            <a:avLst>
              <a:gd name="adj" fmla="val 50000"/>
            </a:avLst>
          </a:prstGeom>
          <a:gradFill>
            <a:gsLst>
              <a:gs pos="0">
                <a:srgbClr val="000000"/>
              </a:gs>
              <a:gs pos="100000">
                <a:schemeClr val="accent1"/>
              </a:gs>
            </a:gsLst>
            <a:lin ang="8398416" scaled="0"/>
          </a:gradFill>
          <a:ln w="7150" cap="flat" cmpd="sng">
            <a:solidFill>
              <a:schemeClr val="lt1"/>
            </a:solidFill>
            <a:prstDash val="solid"/>
            <a:round/>
            <a:headEnd type="none" w="sm" len="sm"/>
            <a:tailEnd type="none" w="sm" len="sm"/>
          </a:ln>
        </p:spPr>
        <p:txBody>
          <a:bodyPr spcFirstLastPara="1" wrap="square" lIns="121875" tIns="121875" rIns="121875" bIns="121875" anchor="ctr"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sp>
        <p:nvSpPr>
          <p:cNvPr id="231" name="Google Shape;231;p38"/>
          <p:cNvSpPr txBox="1">
            <a:spLocks noGrp="1"/>
          </p:cNvSpPr>
          <p:nvPr>
            <p:ph type="body" idx="4294967295"/>
          </p:nvPr>
        </p:nvSpPr>
        <p:spPr>
          <a:xfrm>
            <a:off x="6531919" y="2336550"/>
            <a:ext cx="2397000" cy="470400"/>
          </a:xfrm>
          <a:prstGeom prst="rect">
            <a:avLst/>
          </a:prstGeom>
          <a:noFill/>
          <a:ln>
            <a:noFill/>
          </a:ln>
        </p:spPr>
        <p:txBody>
          <a:bodyPr spcFirstLastPara="1" wrap="square" lIns="91425" tIns="91425" rIns="91425" bIns="91425" anchor="ctr" anchorCtr="0">
            <a:noAutofit/>
          </a:bodyPr>
          <a:lstStyle/>
          <a:p>
            <a:pPr marL="0" lvl="0" indent="0" algn="r" rtl="0">
              <a:lnSpc>
                <a:spcPct val="100000"/>
              </a:lnSpc>
              <a:spcBef>
                <a:spcPts val="0"/>
              </a:spcBef>
              <a:spcAft>
                <a:spcPts val="0"/>
              </a:spcAft>
              <a:buSzPts val="1100"/>
              <a:buNone/>
            </a:pPr>
            <a:r>
              <a:rPr lang="en-GB" sz="1400" b="1">
                <a:solidFill>
                  <a:schemeClr val="lt1"/>
                </a:solidFill>
              </a:rPr>
              <a:t>Detailed evaluation</a:t>
            </a:r>
            <a:endParaRPr sz="1400" b="1">
              <a:solidFill>
                <a:schemeClr val="lt1"/>
              </a:solidFill>
            </a:endParaRPr>
          </a:p>
        </p:txBody>
      </p:sp>
      <p:grpSp>
        <p:nvGrpSpPr>
          <p:cNvPr id="232" name="Google Shape;232;p38"/>
          <p:cNvGrpSpPr/>
          <p:nvPr/>
        </p:nvGrpSpPr>
        <p:grpSpPr>
          <a:xfrm>
            <a:off x="7669807" y="1610216"/>
            <a:ext cx="198900" cy="593656"/>
            <a:chOff x="3918084" y="1610215"/>
            <a:chExt cx="198900" cy="593656"/>
          </a:xfrm>
        </p:grpSpPr>
        <p:cxnSp>
          <p:nvCxnSpPr>
            <p:cNvPr id="233" name="Google Shape;233;p38"/>
            <p:cNvCxnSpPr/>
            <p:nvPr/>
          </p:nvCxnSpPr>
          <p:spPr>
            <a:xfrm>
              <a:off x="4017546" y="1649171"/>
              <a:ext cx="0" cy="554700"/>
            </a:xfrm>
            <a:prstGeom prst="straightConnector1">
              <a:avLst/>
            </a:prstGeom>
            <a:noFill/>
            <a:ln w="7150" cap="flat" cmpd="sng">
              <a:solidFill>
                <a:schemeClr val="dk2"/>
              </a:solidFill>
              <a:prstDash val="solid"/>
              <a:round/>
              <a:headEnd type="none" w="sm" len="sm"/>
              <a:tailEnd type="none" w="sm" len="sm"/>
            </a:ln>
          </p:spPr>
        </p:cxnSp>
        <p:sp>
          <p:nvSpPr>
            <p:cNvPr id="234" name="Google Shape;234;p38"/>
            <p:cNvSpPr/>
            <p:nvPr/>
          </p:nvSpPr>
          <p:spPr>
            <a:xfrm>
              <a:off x="3918084" y="1610215"/>
              <a:ext cx="198900" cy="198900"/>
            </a:xfrm>
            <a:prstGeom prst="ellipse">
              <a:avLst/>
            </a:prstGeom>
            <a:solidFill>
              <a:schemeClr val="accent6"/>
            </a:solidFill>
            <a:ln>
              <a:noFill/>
            </a:ln>
          </p:spPr>
          <p:txBody>
            <a:bodyPr spcFirstLastPara="1" wrap="square" lIns="91425" tIns="91425" rIns="91425" bIns="91425" anchor="ctr" anchorCtr="0">
              <a:noAutofit/>
            </a:bodyPr>
            <a:lstStyle/>
            <a:p>
              <a:pPr marL="0" marR="0" lvl="0" indent="0" algn="l" rtl="0">
                <a:spcBef>
                  <a:spcPts val="0"/>
                </a:spcBef>
                <a:spcAft>
                  <a:spcPts val="0"/>
                </a:spcAft>
                <a:buNone/>
              </a:pPr>
              <a:endParaRPr sz="1400">
                <a:solidFill>
                  <a:srgbClr val="000000"/>
                </a:solidFill>
                <a:latin typeface="Arial"/>
                <a:ea typeface="Arial"/>
                <a:cs typeface="Arial"/>
                <a:sym typeface="Arial"/>
              </a:endParaRPr>
            </a:p>
          </p:txBody>
        </p:sp>
      </p:grpSp>
      <p:sp>
        <p:nvSpPr>
          <p:cNvPr id="235" name="Google Shape;235;p38"/>
          <p:cNvSpPr txBox="1">
            <a:spLocks noGrp="1"/>
          </p:cNvSpPr>
          <p:nvPr>
            <p:ph type="body" idx="4294967295"/>
          </p:nvPr>
        </p:nvSpPr>
        <p:spPr>
          <a:xfrm>
            <a:off x="6732281" y="288038"/>
            <a:ext cx="2242800" cy="1988400"/>
          </a:xfrm>
          <a:prstGeom prst="rect">
            <a:avLst/>
          </a:prstGeom>
          <a:noFill/>
          <a:ln>
            <a:noFill/>
          </a:ln>
        </p:spPr>
        <p:txBody>
          <a:bodyPr spcFirstLastPara="1" wrap="square" lIns="91425" tIns="91425" rIns="91425" bIns="91425" anchor="t" anchorCtr="0">
            <a:noAutofit/>
          </a:bodyPr>
          <a:lstStyle/>
          <a:p>
            <a:pPr marL="0" lvl="0" indent="0" algn="l" rtl="0">
              <a:lnSpc>
                <a:spcPct val="95000"/>
              </a:lnSpc>
              <a:spcBef>
                <a:spcPts val="1200"/>
              </a:spcBef>
              <a:spcAft>
                <a:spcPts val="0"/>
              </a:spcAft>
              <a:buSzPts val="800"/>
              <a:buNone/>
            </a:pPr>
            <a:endParaRPr sz="1300">
              <a:latin typeface="Arial"/>
              <a:ea typeface="Arial"/>
              <a:cs typeface="Arial"/>
              <a:sym typeface="Arial"/>
            </a:endParaRPr>
          </a:p>
          <a:p>
            <a:pPr marL="0" lvl="0" indent="0" algn="l" rtl="0">
              <a:lnSpc>
                <a:spcPct val="95000"/>
              </a:lnSpc>
              <a:spcBef>
                <a:spcPts val="1200"/>
              </a:spcBef>
              <a:spcAft>
                <a:spcPts val="0"/>
              </a:spcAft>
              <a:buClr>
                <a:schemeClr val="dk2"/>
              </a:buClr>
              <a:buSzPts val="800"/>
              <a:buFont typeface="Arial"/>
              <a:buNone/>
            </a:pPr>
            <a:r>
              <a:rPr lang="en-GB" sz="1300">
                <a:latin typeface="Arial"/>
                <a:ea typeface="Arial"/>
                <a:cs typeface="Arial"/>
                <a:sym typeface="Arial"/>
              </a:rPr>
              <a:t>Final detailed evaluation covering all metrics as acc.score,F1,Precision,Recall,confusion matrix…etc</a:t>
            </a:r>
            <a:endParaRPr sz="1300">
              <a:latin typeface="Arial"/>
              <a:ea typeface="Arial"/>
              <a:cs typeface="Arial"/>
              <a:sym typeface="Arial"/>
            </a:endParaRPr>
          </a:p>
          <a:p>
            <a:pPr marL="0" lvl="0" indent="0" algn="l" rtl="0">
              <a:lnSpc>
                <a:spcPct val="95000"/>
              </a:lnSpc>
              <a:spcBef>
                <a:spcPts val="1200"/>
              </a:spcBef>
              <a:spcAft>
                <a:spcPts val="1200"/>
              </a:spcAft>
              <a:buSzPts val="200"/>
              <a:buNone/>
            </a:pPr>
            <a:endParaRPr sz="1300"/>
          </a:p>
        </p:txBody>
      </p:sp>
      <p:sp>
        <p:nvSpPr>
          <p:cNvPr id="236" name="Google Shape;236;p38"/>
          <p:cNvSpPr txBox="1">
            <a:spLocks noGrp="1"/>
          </p:cNvSpPr>
          <p:nvPr>
            <p:ph type="sldNum" idx="12"/>
          </p:nvPr>
        </p:nvSpPr>
        <p:spPr>
          <a:xfrm>
            <a:off x="6457950" y="4767263"/>
            <a:ext cx="2057400" cy="273900"/>
          </a:xfrm>
          <a:prstGeom prst="rect">
            <a:avLst/>
          </a:prstGeom>
          <a:noFill/>
          <a:ln>
            <a:noFill/>
          </a:ln>
        </p:spPr>
        <p:txBody>
          <a:bodyPr spcFirstLastPara="1" wrap="square" lIns="68575" tIns="68575" rIns="68575" bIns="68575" anchor="ctr" anchorCtr="0">
            <a:normAutofit fontScale="92500" lnSpcReduction="10000"/>
          </a:bodyPr>
          <a:lstStyle/>
          <a:p>
            <a:pPr marL="0" lvl="0" indent="0" algn="r" rtl="0">
              <a:spcBef>
                <a:spcPts val="0"/>
              </a:spcBef>
              <a:spcAft>
                <a:spcPts val="0"/>
              </a:spcAft>
              <a:buClr>
                <a:schemeClr val="dk2"/>
              </a:buClr>
              <a:buSzPts val="1000"/>
              <a:buFont typeface="Lato"/>
              <a:buNone/>
            </a:pPr>
            <a:fld id="{00000000-1234-1234-1234-123412341234}" type="slidenum">
              <a:rPr lang="en-GB"/>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9"/>
          <p:cNvSpPr txBox="1">
            <a:spLocks noGrp="1"/>
          </p:cNvSpPr>
          <p:nvPr>
            <p:ph type="title"/>
          </p:nvPr>
        </p:nvSpPr>
        <p:spPr>
          <a:xfrm>
            <a:off x="1800187" y="431962"/>
            <a:ext cx="4741200" cy="47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ct val="100000"/>
              <a:buNone/>
            </a:pPr>
            <a:r>
              <a:rPr lang="en-GB" dirty="0">
                <a:latin typeface="Calibri" panose="020F0502020204030204" pitchFamily="34" charset="0"/>
                <a:ea typeface="Calibri" panose="020F0502020204030204" pitchFamily="34" charset="0"/>
                <a:cs typeface="Calibri" panose="020F0502020204030204" pitchFamily="34" charset="0"/>
              </a:rPr>
              <a:t>EDA First insights</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242" name="Google Shape;242;p39"/>
          <p:cNvSpPr txBox="1">
            <a:spLocks noGrp="1"/>
          </p:cNvSpPr>
          <p:nvPr>
            <p:ph type="body" idx="1"/>
          </p:nvPr>
        </p:nvSpPr>
        <p:spPr>
          <a:xfrm>
            <a:off x="1807584" y="1196832"/>
            <a:ext cx="4741200" cy="2251800"/>
          </a:xfrm>
          <a:prstGeom prst="rect">
            <a:avLst/>
          </a:prstGeom>
          <a:noFill/>
          <a:ln>
            <a:noFill/>
          </a:ln>
        </p:spPr>
        <p:txBody>
          <a:bodyPr spcFirstLastPara="1" wrap="square" lIns="91425" tIns="91425" rIns="91425" bIns="91425" anchor="t" anchorCtr="0">
            <a:noAutofit/>
          </a:bodyPr>
          <a:lstStyle/>
          <a:p>
            <a:pPr marL="342900" lvl="0" indent="-254000" algn="l" rtl="0">
              <a:spcBef>
                <a:spcPts val="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Data consists of 32561 rows and 15 columns</a:t>
            </a:r>
            <a:endParaRPr dirty="0">
              <a:latin typeface="Calibri" panose="020F0502020204030204" pitchFamily="34" charset="0"/>
              <a:ea typeface="Calibri" panose="020F0502020204030204" pitchFamily="34" charset="0"/>
              <a:cs typeface="Calibri" panose="020F0502020204030204" pitchFamily="34" charset="0"/>
            </a:endParaRPr>
          </a:p>
          <a:p>
            <a:pPr marL="342900" lvl="0" indent="0" algn="l" rtl="0">
              <a:spcBef>
                <a:spcPts val="1200"/>
              </a:spcBef>
              <a:spcAft>
                <a:spcPts val="0"/>
              </a:spcAft>
              <a:buNone/>
            </a:pPr>
            <a:endParaRPr dirty="0">
              <a:latin typeface="Calibri" panose="020F0502020204030204" pitchFamily="34" charset="0"/>
              <a:ea typeface="Calibri" panose="020F0502020204030204" pitchFamily="34" charset="0"/>
              <a:cs typeface="Calibri" panose="020F0502020204030204" pitchFamily="34" charset="0"/>
            </a:endParaRPr>
          </a:p>
          <a:p>
            <a:pPr marL="342900" lvl="0" indent="-254000" algn="l" rtl="0">
              <a:spcBef>
                <a:spcPts val="120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15 columns (14 features + 1 Label target)</a:t>
            </a:r>
            <a:endParaRPr dirty="0">
              <a:latin typeface="Calibri" panose="020F0502020204030204" pitchFamily="34" charset="0"/>
              <a:ea typeface="Calibri" panose="020F0502020204030204" pitchFamily="34" charset="0"/>
              <a:cs typeface="Calibri" panose="020F0502020204030204" pitchFamily="34" charset="0"/>
            </a:endParaRPr>
          </a:p>
          <a:p>
            <a:pPr marL="342900" lvl="0" indent="0" algn="l" rtl="0">
              <a:spcBef>
                <a:spcPts val="1200"/>
              </a:spcBef>
              <a:spcAft>
                <a:spcPts val="0"/>
              </a:spcAft>
              <a:buNone/>
            </a:pPr>
            <a:endParaRPr dirty="0">
              <a:latin typeface="Calibri" panose="020F0502020204030204" pitchFamily="34" charset="0"/>
              <a:ea typeface="Calibri" panose="020F0502020204030204" pitchFamily="34" charset="0"/>
              <a:cs typeface="Calibri" panose="020F0502020204030204" pitchFamily="34" charset="0"/>
            </a:endParaRPr>
          </a:p>
          <a:p>
            <a:pPr marL="342900" lvl="0" indent="-254000" algn="l" rtl="0">
              <a:spcBef>
                <a:spcPts val="120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6 numerical features + 9 categorical features</a:t>
            </a:r>
            <a:endParaRPr dirty="0">
              <a:latin typeface="Calibri" panose="020F0502020204030204" pitchFamily="34" charset="0"/>
              <a:ea typeface="Calibri" panose="020F0502020204030204" pitchFamily="34" charset="0"/>
              <a:cs typeface="Calibri" panose="020F0502020204030204" pitchFamily="34" charset="0"/>
            </a:endParaRPr>
          </a:p>
          <a:p>
            <a:pPr marL="342900" lvl="0" indent="0" algn="l" rtl="0">
              <a:spcBef>
                <a:spcPts val="1200"/>
              </a:spcBef>
              <a:spcAft>
                <a:spcPts val="0"/>
              </a:spcAft>
              <a:buNone/>
            </a:pPr>
            <a:endParaRPr dirty="0">
              <a:latin typeface="Calibri" panose="020F0502020204030204" pitchFamily="34" charset="0"/>
              <a:ea typeface="Calibri" panose="020F0502020204030204" pitchFamily="34" charset="0"/>
              <a:cs typeface="Calibri" panose="020F0502020204030204" pitchFamily="34" charset="0"/>
            </a:endParaRPr>
          </a:p>
          <a:p>
            <a:pPr marL="342900" lvl="0" indent="-254000" algn="l" rtl="0">
              <a:spcBef>
                <a:spcPts val="120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Missing values in 3 specific columns and outliers in mostly all numerical columns</a:t>
            </a:r>
            <a:endParaRPr dirty="0">
              <a:latin typeface="Calibri" panose="020F0502020204030204" pitchFamily="34" charset="0"/>
              <a:ea typeface="Calibri" panose="020F0502020204030204" pitchFamily="34" charset="0"/>
              <a:cs typeface="Calibri" panose="020F0502020204030204" pitchFamily="34" charset="0"/>
            </a:endParaRPr>
          </a:p>
          <a:p>
            <a:pPr marL="0" lvl="0" indent="0" algn="l" rtl="0">
              <a:lnSpc>
                <a:spcPct val="115000"/>
              </a:lnSpc>
              <a:spcBef>
                <a:spcPts val="1200"/>
              </a:spcBef>
              <a:spcAft>
                <a:spcPts val="1200"/>
              </a:spcAft>
              <a:buNone/>
            </a:pPr>
            <a:r>
              <a:rPr lang="en-GB" dirty="0"/>
              <a:t>                                         </a:t>
            </a:r>
            <a:endParaRPr dirty="0"/>
          </a:p>
        </p:txBody>
      </p:sp>
      <p:sp>
        <p:nvSpPr>
          <p:cNvPr id="243" name="Google Shape;243;p39"/>
          <p:cNvSpPr txBox="1">
            <a:spLocks noGrp="1"/>
          </p:cNvSpPr>
          <p:nvPr>
            <p:ph type="sldNum" idx="12"/>
          </p:nvPr>
        </p:nvSpPr>
        <p:spPr>
          <a:xfrm>
            <a:off x="6457950" y="4767263"/>
            <a:ext cx="2057400" cy="273900"/>
          </a:xfrm>
          <a:prstGeom prst="rect">
            <a:avLst/>
          </a:prstGeom>
          <a:noFill/>
          <a:ln>
            <a:noFill/>
          </a:ln>
        </p:spPr>
        <p:txBody>
          <a:bodyPr spcFirstLastPara="1" wrap="square" lIns="68575" tIns="68575" rIns="68575" bIns="68575" anchor="ctr" anchorCtr="0">
            <a:normAutofit fontScale="92500" lnSpcReduction="10000"/>
          </a:bodyPr>
          <a:lstStyle/>
          <a:p>
            <a:pPr marL="0" lvl="0" indent="0" algn="r" rtl="0">
              <a:spcBef>
                <a:spcPts val="0"/>
              </a:spcBef>
              <a:spcAft>
                <a:spcPts val="0"/>
              </a:spcAft>
              <a:buClr>
                <a:schemeClr val="dk2"/>
              </a:buClr>
              <a:buSzPts val="1000"/>
              <a:buFont typeface="Lato"/>
              <a:buNone/>
            </a:pPr>
            <a:fld id="{00000000-1234-1234-1234-123412341234}" type="slidenum">
              <a:rPr lang="en-GB"/>
              <a:t>4</a:t>
            </a:fld>
            <a:endParaRPr/>
          </a:p>
        </p:txBody>
      </p:sp>
      <p:sp>
        <p:nvSpPr>
          <p:cNvPr id="244" name="Google Shape;244;p39"/>
          <p:cNvSpPr txBox="1"/>
          <p:nvPr/>
        </p:nvSpPr>
        <p:spPr>
          <a:xfrm>
            <a:off x="319376" y="2087002"/>
            <a:ext cx="186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400">
              <a:solidFill>
                <a:srgbClr val="FF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0"/>
          <p:cNvSpPr txBox="1">
            <a:spLocks noGrp="1"/>
          </p:cNvSpPr>
          <p:nvPr>
            <p:ph type="title"/>
          </p:nvPr>
        </p:nvSpPr>
        <p:spPr>
          <a:xfrm>
            <a:off x="1800187" y="431962"/>
            <a:ext cx="4741200" cy="47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ct val="100000"/>
              <a:buNone/>
            </a:pPr>
            <a:r>
              <a:rPr lang="en-GB" dirty="0"/>
              <a:t>EDA-Target distribution</a:t>
            </a:r>
            <a:endParaRPr dirty="0"/>
          </a:p>
        </p:txBody>
      </p:sp>
      <p:sp>
        <p:nvSpPr>
          <p:cNvPr id="250" name="Google Shape;250;p40"/>
          <p:cNvSpPr txBox="1">
            <a:spLocks noGrp="1"/>
          </p:cNvSpPr>
          <p:nvPr>
            <p:ph type="body" idx="1"/>
          </p:nvPr>
        </p:nvSpPr>
        <p:spPr>
          <a:xfrm>
            <a:off x="2410106" y="1211344"/>
            <a:ext cx="6321600" cy="3387000"/>
          </a:xfrm>
          <a:prstGeom prst="rect">
            <a:avLst/>
          </a:prstGeom>
          <a:noFill/>
          <a:ln>
            <a:noFill/>
          </a:ln>
        </p:spPr>
        <p:txBody>
          <a:bodyPr spcFirstLastPara="1" wrap="square" lIns="91425" tIns="91425" rIns="91425" bIns="91425" anchor="t" anchorCtr="0">
            <a:normAutofit/>
          </a:bodyPr>
          <a:lstStyle/>
          <a:p>
            <a:pPr marL="342900" lvl="0" indent="-254000" algn="l" rtl="0">
              <a:spcBef>
                <a:spcPts val="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Use </a:t>
            </a:r>
            <a:r>
              <a:rPr lang="en-GB" dirty="0" err="1">
                <a:latin typeface="Calibri" panose="020F0502020204030204" pitchFamily="34" charset="0"/>
                <a:ea typeface="Calibri" panose="020F0502020204030204" pitchFamily="34" charset="0"/>
                <a:cs typeface="Calibri" panose="020F0502020204030204" pitchFamily="34" charset="0"/>
              </a:rPr>
              <a:t>countplot</a:t>
            </a:r>
            <a:r>
              <a:rPr lang="en-GB" dirty="0">
                <a:latin typeface="Calibri" panose="020F0502020204030204" pitchFamily="34" charset="0"/>
                <a:ea typeface="Calibri" panose="020F0502020204030204" pitchFamily="34" charset="0"/>
                <a:cs typeface="Calibri" panose="020F0502020204030204" pitchFamily="34" charset="0"/>
              </a:rPr>
              <a:t> to explore the target income column</a:t>
            </a:r>
            <a:endParaRPr dirty="0">
              <a:latin typeface="Calibri" panose="020F0502020204030204" pitchFamily="34" charset="0"/>
              <a:ea typeface="Calibri" panose="020F0502020204030204" pitchFamily="34" charset="0"/>
              <a:cs typeface="Calibri" panose="020F0502020204030204" pitchFamily="34" charset="0"/>
            </a:endParaRPr>
          </a:p>
          <a:p>
            <a:pPr marL="342900" lvl="0" indent="-254000" algn="l" rtl="0">
              <a:spcBef>
                <a:spcPts val="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Imbalance is clearly shown with large amount of people earning less than or equal 50 k</a:t>
            </a:r>
            <a:endParaRPr dirty="0">
              <a:latin typeface="Calibri" panose="020F0502020204030204" pitchFamily="34" charset="0"/>
              <a:ea typeface="Calibri" panose="020F0502020204030204" pitchFamily="34" charset="0"/>
              <a:cs typeface="Calibri" panose="020F0502020204030204" pitchFamily="34" charset="0"/>
            </a:endParaRPr>
          </a:p>
          <a:p>
            <a:pPr marL="342900" lvl="0" indent="0" algn="l" rtl="0">
              <a:spcBef>
                <a:spcPts val="1200"/>
              </a:spcBef>
              <a:spcAft>
                <a:spcPts val="0"/>
              </a:spcAft>
              <a:buNone/>
            </a:pPr>
            <a:endParaRPr dirty="0"/>
          </a:p>
          <a:p>
            <a:pPr marL="0" lvl="0" indent="0" algn="l" rtl="0">
              <a:lnSpc>
                <a:spcPct val="115000"/>
              </a:lnSpc>
              <a:spcBef>
                <a:spcPts val="1200"/>
              </a:spcBef>
              <a:spcAft>
                <a:spcPts val="1200"/>
              </a:spcAft>
              <a:buNone/>
            </a:pPr>
            <a:r>
              <a:rPr lang="en-GB" dirty="0"/>
              <a:t>                                         </a:t>
            </a:r>
            <a:endParaRPr dirty="0"/>
          </a:p>
        </p:txBody>
      </p:sp>
      <p:sp>
        <p:nvSpPr>
          <p:cNvPr id="251" name="Google Shape;251;p40"/>
          <p:cNvSpPr txBox="1">
            <a:spLocks noGrp="1"/>
          </p:cNvSpPr>
          <p:nvPr>
            <p:ph type="sldNum" idx="12"/>
          </p:nvPr>
        </p:nvSpPr>
        <p:spPr>
          <a:xfrm>
            <a:off x="6457950" y="4767263"/>
            <a:ext cx="2057400" cy="273900"/>
          </a:xfrm>
          <a:prstGeom prst="rect">
            <a:avLst/>
          </a:prstGeom>
          <a:noFill/>
          <a:ln>
            <a:noFill/>
          </a:ln>
        </p:spPr>
        <p:txBody>
          <a:bodyPr spcFirstLastPara="1" wrap="square" lIns="68575" tIns="68575" rIns="68575" bIns="68575" anchor="ctr" anchorCtr="0">
            <a:normAutofit fontScale="92500" lnSpcReduction="10000"/>
          </a:bodyPr>
          <a:lstStyle/>
          <a:p>
            <a:pPr marL="0" lvl="0" indent="0" algn="r" rtl="0">
              <a:spcBef>
                <a:spcPts val="0"/>
              </a:spcBef>
              <a:spcAft>
                <a:spcPts val="0"/>
              </a:spcAft>
              <a:buClr>
                <a:schemeClr val="dk2"/>
              </a:buClr>
              <a:buSzPts val="1000"/>
              <a:buFont typeface="Lato"/>
              <a:buNone/>
            </a:pPr>
            <a:fld id="{00000000-1234-1234-1234-123412341234}" type="slidenum">
              <a:rPr lang="en-GB"/>
              <a:t>5</a:t>
            </a:fld>
            <a:endParaRPr/>
          </a:p>
        </p:txBody>
      </p:sp>
      <p:sp>
        <p:nvSpPr>
          <p:cNvPr id="252" name="Google Shape;252;p40"/>
          <p:cNvSpPr txBox="1"/>
          <p:nvPr/>
        </p:nvSpPr>
        <p:spPr>
          <a:xfrm>
            <a:off x="319376" y="2087002"/>
            <a:ext cx="186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400">
              <a:solidFill>
                <a:srgbClr val="FF0000"/>
              </a:solidFill>
              <a:latin typeface="Arial"/>
              <a:ea typeface="Arial"/>
              <a:cs typeface="Arial"/>
              <a:sym typeface="Arial"/>
            </a:endParaRPr>
          </a:p>
        </p:txBody>
      </p:sp>
      <p:pic>
        <p:nvPicPr>
          <p:cNvPr id="253" name="Google Shape;253;p40" title="download.png"/>
          <p:cNvPicPr preferRelativeResize="0"/>
          <p:nvPr/>
        </p:nvPicPr>
        <p:blipFill>
          <a:blip r:embed="rId3">
            <a:alphaModFix/>
          </a:blip>
          <a:stretch>
            <a:fillRect/>
          </a:stretch>
        </p:blipFill>
        <p:spPr>
          <a:xfrm>
            <a:off x="2594438" y="2043338"/>
            <a:ext cx="5388412" cy="264318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1"/>
          <p:cNvSpPr txBox="1">
            <a:spLocks noGrp="1"/>
          </p:cNvSpPr>
          <p:nvPr>
            <p:ph type="title"/>
          </p:nvPr>
        </p:nvSpPr>
        <p:spPr>
          <a:xfrm>
            <a:off x="319500" y="257400"/>
            <a:ext cx="5020500" cy="459300"/>
          </a:xfrm>
          <a:prstGeom prst="rect">
            <a:avLst/>
          </a:prstGeom>
        </p:spPr>
        <p:txBody>
          <a:bodyPr spcFirstLastPara="1" wrap="square" lIns="68575" tIns="68575" rIns="68575" bIns="68575" anchor="b" anchorCtr="0">
            <a:normAutofit fontScale="90000"/>
          </a:bodyPr>
          <a:lstStyle/>
          <a:p>
            <a:pPr marL="0" lvl="0" indent="0" algn="l" rtl="0">
              <a:spcBef>
                <a:spcPts val="0"/>
              </a:spcBef>
              <a:spcAft>
                <a:spcPts val="0"/>
              </a:spcAft>
              <a:buClr>
                <a:schemeClr val="dk2"/>
              </a:buClr>
              <a:buSzPct val="34783"/>
              <a:buFont typeface="Arial"/>
              <a:buNone/>
            </a:pPr>
            <a:r>
              <a:rPr lang="en-GB" sz="2300"/>
              <a:t>EDA-Numerical features</a:t>
            </a:r>
            <a:endParaRPr b="0"/>
          </a:p>
        </p:txBody>
      </p:sp>
      <p:sp>
        <p:nvSpPr>
          <p:cNvPr id="260" name="Google Shape;260;p41"/>
          <p:cNvSpPr/>
          <p:nvPr/>
        </p:nvSpPr>
        <p:spPr>
          <a:xfrm>
            <a:off x="3512925" y="2499216"/>
            <a:ext cx="675900" cy="275700"/>
          </a:xfrm>
          <a:prstGeom prst="rightArrow">
            <a:avLst>
              <a:gd name="adj1" fmla="val 50000"/>
              <a:gd name="adj2" fmla="val 50000"/>
            </a:avLst>
          </a:prstGeom>
          <a:solidFill>
            <a:schemeClr val="lt2"/>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endParaRPr sz="1100">
              <a:latin typeface="Lato"/>
              <a:ea typeface="Lato"/>
              <a:cs typeface="Lato"/>
              <a:sym typeface="Lato"/>
            </a:endParaRPr>
          </a:p>
        </p:txBody>
      </p:sp>
      <p:pic>
        <p:nvPicPr>
          <p:cNvPr id="261" name="Google Shape;261;p41"/>
          <p:cNvPicPr preferRelativeResize="0"/>
          <p:nvPr/>
        </p:nvPicPr>
        <p:blipFill>
          <a:blip r:embed="rId3">
            <a:alphaModFix/>
          </a:blip>
          <a:stretch>
            <a:fillRect/>
          </a:stretch>
        </p:blipFill>
        <p:spPr>
          <a:xfrm>
            <a:off x="319500" y="2061891"/>
            <a:ext cx="2990401" cy="1177406"/>
          </a:xfrm>
          <a:prstGeom prst="rect">
            <a:avLst/>
          </a:prstGeom>
          <a:noFill/>
          <a:ln>
            <a:noFill/>
          </a:ln>
        </p:spPr>
      </p:pic>
      <p:pic>
        <p:nvPicPr>
          <p:cNvPr id="262" name="Google Shape;262;p41" title="download (1).png"/>
          <p:cNvPicPr preferRelativeResize="0"/>
          <p:nvPr/>
        </p:nvPicPr>
        <p:blipFill>
          <a:blip r:embed="rId4">
            <a:alphaModFix/>
          </a:blip>
          <a:stretch>
            <a:fillRect/>
          </a:stretch>
        </p:blipFill>
        <p:spPr>
          <a:xfrm>
            <a:off x="4484775" y="1122694"/>
            <a:ext cx="4520982" cy="307411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2"/>
          <p:cNvSpPr txBox="1">
            <a:spLocks noGrp="1"/>
          </p:cNvSpPr>
          <p:nvPr>
            <p:ph type="title"/>
          </p:nvPr>
        </p:nvSpPr>
        <p:spPr>
          <a:xfrm>
            <a:off x="2410455" y="575950"/>
            <a:ext cx="6321600" cy="635400"/>
          </a:xfrm>
          <a:prstGeom prst="rect">
            <a:avLst/>
          </a:prstGeom>
        </p:spPr>
        <p:txBody>
          <a:bodyPr spcFirstLastPara="1" wrap="square" lIns="68575" tIns="68575" rIns="68575" bIns="68575" anchor="t" anchorCtr="0">
            <a:normAutofit/>
          </a:bodyPr>
          <a:lstStyle/>
          <a:p>
            <a:pPr marL="0" lvl="0" indent="0" algn="l" rtl="0">
              <a:spcBef>
                <a:spcPts val="0"/>
              </a:spcBef>
              <a:spcAft>
                <a:spcPts val="0"/>
              </a:spcAft>
              <a:buNone/>
            </a:pPr>
            <a:r>
              <a:rPr lang="en-GB" dirty="0">
                <a:latin typeface="Calibri" panose="020F0502020204030204" pitchFamily="34" charset="0"/>
                <a:ea typeface="Calibri" panose="020F0502020204030204" pitchFamily="34" charset="0"/>
                <a:cs typeface="Calibri" panose="020F0502020204030204" pitchFamily="34" charset="0"/>
              </a:rPr>
              <a:t>EDA-Numerical features interpretation</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269" name="Google Shape;269;p42"/>
          <p:cNvSpPr txBox="1">
            <a:spLocks noGrp="1"/>
          </p:cNvSpPr>
          <p:nvPr>
            <p:ph type="body" idx="1"/>
          </p:nvPr>
        </p:nvSpPr>
        <p:spPr>
          <a:xfrm>
            <a:off x="1807584" y="1196832"/>
            <a:ext cx="4741200" cy="2251800"/>
          </a:xfrm>
          <a:prstGeom prst="rect">
            <a:avLst/>
          </a:prstGeom>
        </p:spPr>
        <p:txBody>
          <a:bodyPr spcFirstLastPara="1" wrap="square" lIns="68575" tIns="68575" rIns="68575" bIns="68575" anchor="t" anchorCtr="0">
            <a:normAutofit fontScale="92500" lnSpcReduction="20000"/>
          </a:bodyPr>
          <a:lstStyle/>
          <a:p>
            <a:pPr marL="342900" lvl="0" indent="-240665" algn="l" rtl="0">
              <a:spcBef>
                <a:spcPts val="0"/>
              </a:spcBef>
              <a:spcAft>
                <a:spcPts val="0"/>
              </a:spcAft>
              <a:buSzPct val="100000"/>
              <a:buChar char="●"/>
            </a:pPr>
            <a:r>
              <a:rPr lang="en-GB" sz="1500" dirty="0">
                <a:latin typeface="Calibri" panose="020F0502020204030204" pitchFamily="34" charset="0"/>
                <a:ea typeface="Calibri" panose="020F0502020204030204" pitchFamily="34" charset="0"/>
                <a:cs typeface="Calibri" panose="020F0502020204030204" pitchFamily="34" charset="0"/>
              </a:rPr>
              <a:t>The dataset is dominated by working-age </a:t>
            </a:r>
            <a:r>
              <a:rPr lang="en-GB" sz="1500" dirty="0" err="1">
                <a:latin typeface="Calibri" panose="020F0502020204030204" pitchFamily="34" charset="0"/>
                <a:ea typeface="Calibri" panose="020F0502020204030204" pitchFamily="34" charset="0"/>
                <a:cs typeface="Calibri" panose="020F0502020204030204" pitchFamily="34" charset="0"/>
              </a:rPr>
              <a:t>teenagerds</a:t>
            </a:r>
            <a:r>
              <a:rPr lang="en-GB" sz="1500" dirty="0">
                <a:latin typeface="Calibri" panose="020F0502020204030204" pitchFamily="34" charset="0"/>
                <a:ea typeface="Calibri" panose="020F0502020204030204" pitchFamily="34" charset="0"/>
                <a:cs typeface="Calibri" panose="020F0502020204030204" pitchFamily="34" charset="0"/>
              </a:rPr>
              <a:t> between 20 and 45 </a:t>
            </a:r>
            <a:r>
              <a:rPr lang="en-GB" sz="1500" dirty="0" err="1">
                <a:latin typeface="Calibri" panose="020F0502020204030204" pitchFamily="34" charset="0"/>
                <a:ea typeface="Calibri" panose="020F0502020204030204" pitchFamily="34" charset="0"/>
                <a:cs typeface="Calibri" panose="020F0502020204030204" pitchFamily="34" charset="0"/>
              </a:rPr>
              <a:t>years,as</a:t>
            </a:r>
            <a:r>
              <a:rPr lang="en-GB" sz="1500" dirty="0">
                <a:latin typeface="Calibri" panose="020F0502020204030204" pitchFamily="34" charset="0"/>
                <a:ea typeface="Calibri" panose="020F0502020204030204" pitchFamily="34" charset="0"/>
                <a:cs typeface="Calibri" panose="020F0502020204030204" pitchFamily="34" charset="0"/>
              </a:rPr>
              <a:t> distribution is slightly right-skewed, meaning fewer older individuals.</a:t>
            </a:r>
            <a:endParaRPr sz="1500" dirty="0">
              <a:latin typeface="Calibri" panose="020F0502020204030204" pitchFamily="34" charset="0"/>
              <a:ea typeface="Calibri" panose="020F0502020204030204" pitchFamily="34" charset="0"/>
              <a:cs typeface="Calibri" panose="020F0502020204030204" pitchFamily="34" charset="0"/>
            </a:endParaRPr>
          </a:p>
          <a:p>
            <a:pPr marL="342900" lvl="0" indent="0" algn="l" rtl="0">
              <a:spcBef>
                <a:spcPts val="0"/>
              </a:spcBef>
              <a:spcAft>
                <a:spcPts val="0"/>
              </a:spcAft>
              <a:buNone/>
            </a:pPr>
            <a:endParaRPr sz="1500" dirty="0">
              <a:latin typeface="Calibri" panose="020F0502020204030204" pitchFamily="34" charset="0"/>
              <a:ea typeface="Calibri" panose="020F0502020204030204" pitchFamily="34" charset="0"/>
              <a:cs typeface="Calibri" panose="020F0502020204030204" pitchFamily="34" charset="0"/>
            </a:endParaRPr>
          </a:p>
          <a:p>
            <a:pPr marL="342900" lvl="0" indent="-240665" algn="l" rtl="0">
              <a:spcBef>
                <a:spcPts val="0"/>
              </a:spcBef>
              <a:spcAft>
                <a:spcPts val="0"/>
              </a:spcAft>
              <a:buSzPct val="100000"/>
              <a:buChar char="●"/>
            </a:pPr>
            <a:r>
              <a:rPr lang="en-GB" sz="1500" dirty="0">
                <a:latin typeface="Calibri" panose="020F0502020204030204" pitchFamily="34" charset="0"/>
                <a:ea typeface="Calibri" panose="020F0502020204030204" pitchFamily="34" charset="0"/>
                <a:cs typeface="Calibri" panose="020F0502020204030204" pitchFamily="34" charset="0"/>
              </a:rPr>
              <a:t>Capital gain and loss extremely right skewed indicating </a:t>
            </a:r>
            <a:r>
              <a:rPr lang="en-GB" sz="1500" b="1" dirty="0">
                <a:latin typeface="Calibri" panose="020F0502020204030204" pitchFamily="34" charset="0"/>
                <a:ea typeface="Calibri" panose="020F0502020204030204" pitchFamily="34" charset="0"/>
                <a:cs typeface="Calibri" panose="020F0502020204030204" pitchFamily="34" charset="0"/>
              </a:rPr>
              <a:t>outliers</a:t>
            </a:r>
            <a:endParaRPr sz="1500" b="1" dirty="0">
              <a:latin typeface="Calibri" panose="020F0502020204030204" pitchFamily="34" charset="0"/>
              <a:ea typeface="Calibri" panose="020F0502020204030204" pitchFamily="34" charset="0"/>
              <a:cs typeface="Calibri" panose="020F0502020204030204" pitchFamily="34" charset="0"/>
            </a:endParaRPr>
          </a:p>
          <a:p>
            <a:pPr marL="342900" lvl="0" indent="0" algn="l" rtl="0">
              <a:spcBef>
                <a:spcPts val="0"/>
              </a:spcBef>
              <a:spcAft>
                <a:spcPts val="0"/>
              </a:spcAft>
              <a:buNone/>
            </a:pPr>
            <a:endParaRPr sz="1500" dirty="0">
              <a:latin typeface="Calibri" panose="020F0502020204030204" pitchFamily="34" charset="0"/>
              <a:ea typeface="Calibri" panose="020F0502020204030204" pitchFamily="34" charset="0"/>
              <a:cs typeface="Calibri" panose="020F0502020204030204" pitchFamily="34" charset="0"/>
            </a:endParaRPr>
          </a:p>
          <a:p>
            <a:pPr marL="342900" lvl="0" indent="-240665" algn="l" rtl="0">
              <a:spcBef>
                <a:spcPts val="0"/>
              </a:spcBef>
              <a:spcAft>
                <a:spcPts val="0"/>
              </a:spcAft>
              <a:buSzPct val="100000"/>
              <a:buChar char="●"/>
            </a:pPr>
            <a:r>
              <a:rPr lang="en-GB" sz="1500" dirty="0">
                <a:latin typeface="Calibri" panose="020F0502020204030204" pitchFamily="34" charset="0"/>
                <a:ea typeface="Calibri" panose="020F0502020204030204" pitchFamily="34" charset="0"/>
                <a:cs typeface="Calibri" panose="020F0502020204030204" pitchFamily="34" charset="0"/>
                <a:sym typeface="Arial"/>
              </a:rPr>
              <a:t>Work Habits: There is a massive concentration at 40 hours per week, indicating that the majority of the population works a standard full-time schedule</a:t>
            </a:r>
            <a:endParaRPr sz="1500" dirty="0">
              <a:latin typeface="Calibri" panose="020F0502020204030204" pitchFamily="34" charset="0"/>
              <a:ea typeface="Calibri" panose="020F0502020204030204" pitchFamily="34" charset="0"/>
              <a:cs typeface="Calibri" panose="020F0502020204030204" pitchFamily="34" charset="0"/>
            </a:endParaRPr>
          </a:p>
          <a:p>
            <a:pPr marL="342900" lvl="0" indent="0" algn="l" rtl="0">
              <a:spcBef>
                <a:spcPts val="0"/>
              </a:spcBef>
              <a:spcAft>
                <a:spcPts val="0"/>
              </a:spcAft>
              <a:buNone/>
            </a:pPr>
            <a:endParaRPr dirty="0">
              <a:latin typeface="Arial"/>
              <a:ea typeface="Arial"/>
              <a:cs typeface="Arial"/>
              <a:sym typeface="Arial"/>
            </a:endParaRPr>
          </a:p>
          <a:p>
            <a:pPr marL="342900" lvl="0" indent="0" algn="l" rtl="0">
              <a:spcBef>
                <a:spcPts val="0"/>
              </a:spcBef>
              <a:spcAft>
                <a:spcPts val="0"/>
              </a:spcAft>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3"/>
          <p:cNvSpPr txBox="1">
            <a:spLocks noGrp="1"/>
          </p:cNvSpPr>
          <p:nvPr>
            <p:ph type="title"/>
          </p:nvPr>
        </p:nvSpPr>
        <p:spPr>
          <a:xfrm>
            <a:off x="1800187" y="431962"/>
            <a:ext cx="4741200" cy="476700"/>
          </a:xfrm>
          <a:prstGeom prst="rect">
            <a:avLst/>
          </a:prstGeom>
        </p:spPr>
        <p:txBody>
          <a:bodyPr spcFirstLastPara="1" wrap="square" lIns="68575" tIns="68575" rIns="68575" bIns="68575" anchor="t" anchorCtr="0">
            <a:normAutofit fontScale="90000"/>
          </a:bodyPr>
          <a:lstStyle/>
          <a:p>
            <a:pPr marL="0" lvl="0" indent="0" algn="l" rtl="0">
              <a:spcBef>
                <a:spcPts val="0"/>
              </a:spcBef>
              <a:spcAft>
                <a:spcPts val="0"/>
              </a:spcAft>
              <a:buNone/>
            </a:pPr>
            <a:r>
              <a:rPr lang="en-GB"/>
              <a:t>EDA-Categorical features</a:t>
            </a:r>
            <a:endParaRPr/>
          </a:p>
        </p:txBody>
      </p:sp>
      <p:pic>
        <p:nvPicPr>
          <p:cNvPr id="276" name="Google Shape;276;p43" title="download (3).png"/>
          <p:cNvPicPr preferRelativeResize="0"/>
          <p:nvPr/>
        </p:nvPicPr>
        <p:blipFill>
          <a:blip r:embed="rId3">
            <a:alphaModFix/>
          </a:blip>
          <a:stretch>
            <a:fillRect/>
          </a:stretch>
        </p:blipFill>
        <p:spPr>
          <a:xfrm>
            <a:off x="2439338" y="1595775"/>
            <a:ext cx="6321599" cy="205486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4"/>
          <p:cNvSpPr txBox="1">
            <a:spLocks noGrp="1"/>
          </p:cNvSpPr>
          <p:nvPr>
            <p:ph type="title"/>
          </p:nvPr>
        </p:nvSpPr>
        <p:spPr>
          <a:xfrm>
            <a:off x="2410455" y="575950"/>
            <a:ext cx="6321600" cy="635400"/>
          </a:xfrm>
          <a:prstGeom prst="rect">
            <a:avLst/>
          </a:prstGeom>
        </p:spPr>
        <p:txBody>
          <a:bodyPr spcFirstLastPara="1" wrap="square" lIns="68575" tIns="68575" rIns="68575" bIns="68575" anchor="t" anchorCtr="0">
            <a:normAutofit/>
          </a:bodyPr>
          <a:lstStyle/>
          <a:p>
            <a:pPr marL="0" lvl="0" indent="0" algn="l" rtl="0">
              <a:spcBef>
                <a:spcPts val="0"/>
              </a:spcBef>
              <a:spcAft>
                <a:spcPts val="0"/>
              </a:spcAft>
              <a:buNone/>
            </a:pPr>
            <a:r>
              <a:rPr lang="en-GB" dirty="0">
                <a:latin typeface="Calibri" panose="020F0502020204030204" pitchFamily="34" charset="0"/>
                <a:ea typeface="Calibri" panose="020F0502020204030204" pitchFamily="34" charset="0"/>
                <a:cs typeface="Calibri" panose="020F0502020204030204" pitchFamily="34" charset="0"/>
              </a:rPr>
              <a:t>EDA-Categorical  features interpretation</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283" name="Google Shape;283;p44"/>
          <p:cNvSpPr txBox="1">
            <a:spLocks noGrp="1"/>
          </p:cNvSpPr>
          <p:nvPr>
            <p:ph type="body" idx="1"/>
          </p:nvPr>
        </p:nvSpPr>
        <p:spPr>
          <a:xfrm>
            <a:off x="1807584" y="1196832"/>
            <a:ext cx="4741200" cy="2251800"/>
          </a:xfrm>
          <a:prstGeom prst="rect">
            <a:avLst/>
          </a:prstGeom>
        </p:spPr>
        <p:txBody>
          <a:bodyPr spcFirstLastPara="1" wrap="square" lIns="68575" tIns="68575" rIns="68575" bIns="68575" anchor="t" anchorCtr="0">
            <a:normAutofit/>
          </a:bodyPr>
          <a:lstStyle/>
          <a:p>
            <a:pPr marL="685800" lvl="0" indent="-254000" algn="l" rtl="0">
              <a:spcBef>
                <a:spcPts val="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The "Private" sector overwhelmingly dominates the dataset, accounting for roughly 75 % of all entries </a:t>
            </a:r>
            <a:endParaRPr dirty="0">
              <a:latin typeface="Calibri" panose="020F0502020204030204" pitchFamily="34" charset="0"/>
              <a:ea typeface="Calibri" panose="020F0502020204030204" pitchFamily="34" charset="0"/>
              <a:cs typeface="Calibri" panose="020F0502020204030204" pitchFamily="34" charset="0"/>
            </a:endParaRPr>
          </a:p>
          <a:p>
            <a:pPr marL="685800" lvl="0" indent="0" algn="l" rtl="0">
              <a:spcBef>
                <a:spcPts val="0"/>
              </a:spcBef>
              <a:spcAft>
                <a:spcPts val="0"/>
              </a:spcAft>
              <a:buNone/>
            </a:pPr>
            <a:endParaRPr dirty="0">
              <a:latin typeface="Calibri" panose="020F0502020204030204" pitchFamily="34" charset="0"/>
              <a:ea typeface="Calibri" panose="020F0502020204030204" pitchFamily="34" charset="0"/>
              <a:cs typeface="Calibri" panose="020F0502020204030204" pitchFamily="34" charset="0"/>
            </a:endParaRPr>
          </a:p>
          <a:p>
            <a:pPr marL="685800" lvl="0" indent="-254000" algn="l" rtl="0">
              <a:spcBef>
                <a:spcPts val="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The dataset is heavily biased toward the United States </a:t>
            </a:r>
            <a:endParaRPr dirty="0">
              <a:latin typeface="Calibri" panose="020F0502020204030204" pitchFamily="34" charset="0"/>
              <a:ea typeface="Calibri" panose="020F0502020204030204" pitchFamily="34" charset="0"/>
              <a:cs typeface="Calibri" panose="020F0502020204030204" pitchFamily="34" charset="0"/>
            </a:endParaRPr>
          </a:p>
          <a:p>
            <a:pPr marL="685800" lvl="0" indent="0" algn="l" rtl="0">
              <a:spcBef>
                <a:spcPts val="0"/>
              </a:spcBef>
              <a:spcAft>
                <a:spcPts val="0"/>
              </a:spcAft>
              <a:buNone/>
            </a:pPr>
            <a:endParaRPr dirty="0">
              <a:latin typeface="Calibri" panose="020F0502020204030204" pitchFamily="34" charset="0"/>
              <a:ea typeface="Calibri" panose="020F0502020204030204" pitchFamily="34" charset="0"/>
              <a:cs typeface="Calibri" panose="020F0502020204030204" pitchFamily="34" charset="0"/>
            </a:endParaRPr>
          </a:p>
          <a:p>
            <a:pPr marL="685800" lvl="0" indent="-254000" algn="l" rtl="0">
              <a:spcBef>
                <a:spcPts val="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"HS-grad" is the most frequent category, followed by "Some-college" and "Bachelors </a:t>
            </a:r>
            <a:endParaRPr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5"/>
          <p:cNvSpPr txBox="1">
            <a:spLocks noGrp="1"/>
          </p:cNvSpPr>
          <p:nvPr>
            <p:ph type="title"/>
          </p:nvPr>
        </p:nvSpPr>
        <p:spPr>
          <a:xfrm>
            <a:off x="1800187" y="431962"/>
            <a:ext cx="4741200" cy="476700"/>
          </a:xfrm>
          <a:prstGeom prst="rect">
            <a:avLst/>
          </a:prstGeom>
        </p:spPr>
        <p:txBody>
          <a:bodyPr spcFirstLastPara="1" wrap="square" lIns="68575" tIns="68575" rIns="68575" bIns="68575" anchor="t" anchorCtr="0">
            <a:noAutofit/>
          </a:bodyPr>
          <a:lstStyle/>
          <a:p>
            <a:pPr marL="0" lvl="0" indent="0" algn="l" rtl="0">
              <a:spcBef>
                <a:spcPts val="0"/>
              </a:spcBef>
              <a:spcAft>
                <a:spcPts val="0"/>
              </a:spcAft>
              <a:buNone/>
            </a:pPr>
            <a:r>
              <a:rPr lang="en-GB" dirty="0"/>
              <a:t>EDA-Correlation analysis</a:t>
            </a:r>
            <a:endParaRPr dirty="0"/>
          </a:p>
        </p:txBody>
      </p:sp>
      <p:pic>
        <p:nvPicPr>
          <p:cNvPr id="290" name="Google Shape;290;p45" title="download (2).png"/>
          <p:cNvPicPr preferRelativeResize="0"/>
          <p:nvPr/>
        </p:nvPicPr>
        <p:blipFill>
          <a:blip r:embed="rId3">
            <a:alphaModFix/>
          </a:blip>
          <a:stretch>
            <a:fillRect/>
          </a:stretch>
        </p:blipFill>
        <p:spPr>
          <a:xfrm>
            <a:off x="2400244" y="1941300"/>
            <a:ext cx="6225918" cy="2789550"/>
          </a:xfrm>
          <a:prstGeom prst="rect">
            <a:avLst/>
          </a:prstGeom>
          <a:noFill/>
          <a:ln>
            <a:noFill/>
          </a:ln>
        </p:spPr>
      </p:pic>
      <p:sp>
        <p:nvSpPr>
          <p:cNvPr id="291" name="Google Shape;291;p45"/>
          <p:cNvSpPr txBox="1"/>
          <p:nvPr/>
        </p:nvSpPr>
        <p:spPr>
          <a:xfrm>
            <a:off x="2492381" y="1124850"/>
            <a:ext cx="6143700" cy="635400"/>
          </a:xfrm>
          <a:prstGeom prst="rect">
            <a:avLst/>
          </a:prstGeom>
          <a:noFill/>
          <a:ln>
            <a:noFill/>
          </a:ln>
        </p:spPr>
        <p:txBody>
          <a:bodyPr spcFirstLastPara="1" wrap="square" lIns="68575" tIns="68575" rIns="68575" bIns="68575" anchor="t" anchorCtr="0">
            <a:noAutofit/>
          </a:bodyPr>
          <a:lstStyle/>
          <a:p>
            <a:pPr marL="342900" lvl="0" indent="-247650" algn="l" rtl="0">
              <a:spcBef>
                <a:spcPts val="0"/>
              </a:spcBef>
              <a:spcAft>
                <a:spcPts val="0"/>
              </a:spcAft>
              <a:buClr>
                <a:schemeClr val="dk2"/>
              </a:buClr>
              <a:buSzPts val="1300"/>
              <a:buFont typeface="Lato"/>
              <a:buChar char="●"/>
            </a:pPr>
            <a:r>
              <a:rPr lang="en-GB" sz="13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rPr>
              <a:t>Very weak strength relationship between numerical features ,which is logically due to skewness showed in previous analysis and also high variance spreading data in wide range</a:t>
            </a:r>
            <a:endParaRPr sz="13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6"/>
          <p:cNvSpPr txBox="1">
            <a:spLocks noGrp="1"/>
          </p:cNvSpPr>
          <p:nvPr>
            <p:ph type="title"/>
          </p:nvPr>
        </p:nvSpPr>
        <p:spPr>
          <a:xfrm>
            <a:off x="319500" y="257400"/>
            <a:ext cx="5020500" cy="459300"/>
          </a:xfrm>
          <a:prstGeom prst="rect">
            <a:avLst/>
          </a:prstGeom>
        </p:spPr>
        <p:txBody>
          <a:bodyPr spcFirstLastPara="1" wrap="square" lIns="68575" tIns="68575" rIns="68575" bIns="68575" anchor="b" anchorCtr="0">
            <a:normAutofit fontScale="90000"/>
          </a:bodyPr>
          <a:lstStyle/>
          <a:p>
            <a:pPr marL="0" lvl="0" indent="0" algn="l" rtl="0">
              <a:spcBef>
                <a:spcPts val="0"/>
              </a:spcBef>
              <a:spcAft>
                <a:spcPts val="0"/>
              </a:spcAft>
              <a:buNone/>
            </a:pPr>
            <a:r>
              <a:rPr lang="en-GB"/>
              <a:t>           Missing values detection</a:t>
            </a:r>
            <a:endParaRPr/>
          </a:p>
        </p:txBody>
      </p:sp>
      <p:pic>
        <p:nvPicPr>
          <p:cNvPr id="298" name="Google Shape;298;p46"/>
          <p:cNvPicPr preferRelativeResize="0"/>
          <p:nvPr/>
        </p:nvPicPr>
        <p:blipFill>
          <a:blip r:embed="rId3">
            <a:alphaModFix/>
          </a:blip>
          <a:stretch>
            <a:fillRect/>
          </a:stretch>
        </p:blipFill>
        <p:spPr>
          <a:xfrm>
            <a:off x="6329569" y="1265700"/>
            <a:ext cx="2402456" cy="3122907"/>
          </a:xfrm>
          <a:prstGeom prst="rect">
            <a:avLst/>
          </a:prstGeom>
          <a:noFill/>
          <a:ln>
            <a:noFill/>
          </a:ln>
        </p:spPr>
      </p:pic>
      <p:sp>
        <p:nvSpPr>
          <p:cNvPr id="299" name="Google Shape;299;p46"/>
          <p:cNvSpPr/>
          <p:nvPr/>
        </p:nvSpPr>
        <p:spPr>
          <a:xfrm>
            <a:off x="5502956" y="2676075"/>
            <a:ext cx="675900" cy="275700"/>
          </a:xfrm>
          <a:prstGeom prst="rightArrow">
            <a:avLst>
              <a:gd name="adj1" fmla="val 50000"/>
              <a:gd name="adj2" fmla="val 50000"/>
            </a:avLst>
          </a:prstGeom>
          <a:solidFill>
            <a:schemeClr val="lt2"/>
          </a:solidFill>
          <a:ln w="7150" cap="flat" cmpd="sng">
            <a:solidFill>
              <a:schemeClr val="dk2"/>
            </a:solidFill>
            <a:prstDash val="solid"/>
            <a:round/>
            <a:headEnd type="none" w="sm" len="sm"/>
            <a:tailEnd type="none" w="sm" len="sm"/>
          </a:ln>
        </p:spPr>
        <p:txBody>
          <a:bodyPr spcFirstLastPara="1" wrap="square" lIns="68575" tIns="68575" rIns="68575" bIns="68575" anchor="ctr" anchorCtr="0">
            <a:noAutofit/>
          </a:bodyPr>
          <a:lstStyle/>
          <a:p>
            <a:pPr marL="0" lvl="0" indent="0" algn="ctr" rtl="0">
              <a:spcBef>
                <a:spcPts val="0"/>
              </a:spcBef>
              <a:spcAft>
                <a:spcPts val="0"/>
              </a:spcAft>
              <a:buNone/>
            </a:pPr>
            <a:endParaRPr sz="1100">
              <a:latin typeface="Lato"/>
              <a:ea typeface="Lato"/>
              <a:cs typeface="Lato"/>
              <a:sym typeface="Lato"/>
            </a:endParaRPr>
          </a:p>
        </p:txBody>
      </p:sp>
      <p:pic>
        <p:nvPicPr>
          <p:cNvPr id="300" name="Google Shape;300;p46"/>
          <p:cNvPicPr preferRelativeResize="0"/>
          <p:nvPr/>
        </p:nvPicPr>
        <p:blipFill>
          <a:blip r:embed="rId4">
            <a:alphaModFix/>
          </a:blip>
          <a:stretch>
            <a:fillRect/>
          </a:stretch>
        </p:blipFill>
        <p:spPr>
          <a:xfrm>
            <a:off x="863075" y="2311650"/>
            <a:ext cx="4381500" cy="933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7"/>
          <p:cNvSpPr txBox="1">
            <a:spLocks noGrp="1"/>
          </p:cNvSpPr>
          <p:nvPr>
            <p:ph type="title"/>
          </p:nvPr>
        </p:nvSpPr>
        <p:spPr>
          <a:xfrm>
            <a:off x="1800187" y="431962"/>
            <a:ext cx="4741200" cy="476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00000"/>
              <a:buNone/>
            </a:pPr>
            <a:r>
              <a:rPr lang="en-GB" dirty="0">
                <a:latin typeface="Calibri" panose="020F0502020204030204" pitchFamily="34" charset="0"/>
                <a:ea typeface="Calibri" panose="020F0502020204030204" pitchFamily="34" charset="0"/>
                <a:cs typeface="Calibri" panose="020F0502020204030204" pitchFamily="34" charset="0"/>
              </a:rPr>
              <a:t>Missing values techniques</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306" name="Google Shape;306;p47"/>
          <p:cNvSpPr txBox="1">
            <a:spLocks noGrp="1"/>
          </p:cNvSpPr>
          <p:nvPr>
            <p:ph type="body" idx="1"/>
          </p:nvPr>
        </p:nvSpPr>
        <p:spPr>
          <a:xfrm>
            <a:off x="2410100" y="1063324"/>
            <a:ext cx="6321600" cy="3545100"/>
          </a:xfrm>
          <a:prstGeom prst="rect">
            <a:avLst/>
          </a:prstGeom>
          <a:noFill/>
          <a:ln>
            <a:noFill/>
          </a:ln>
        </p:spPr>
        <p:txBody>
          <a:bodyPr spcFirstLastPara="1" wrap="square" lIns="91425" tIns="91425" rIns="91425" bIns="91425" anchor="t" anchorCtr="0">
            <a:normAutofit lnSpcReduction="10000"/>
          </a:bodyPr>
          <a:lstStyle/>
          <a:p>
            <a:pPr marL="342900" lvl="0" indent="-254000" algn="l" rtl="0">
              <a:spcBef>
                <a:spcPts val="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Use mode if the missing values are in categorical </a:t>
            </a:r>
            <a:endParaRPr dirty="0">
              <a:latin typeface="Calibri" panose="020F0502020204030204" pitchFamily="34" charset="0"/>
              <a:ea typeface="Calibri" panose="020F0502020204030204" pitchFamily="34" charset="0"/>
              <a:cs typeface="Calibri" panose="020F0502020204030204" pitchFamily="34" charset="0"/>
            </a:endParaRPr>
          </a:p>
          <a:p>
            <a:pPr marL="342900" lvl="0" indent="-254000" algn="l" rtl="0">
              <a:spcBef>
                <a:spcPts val="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Use median if the missing values are in numerical</a:t>
            </a:r>
            <a:endParaRPr dirty="0">
              <a:latin typeface="Calibri" panose="020F0502020204030204" pitchFamily="34" charset="0"/>
              <a:ea typeface="Calibri" panose="020F0502020204030204" pitchFamily="34" charset="0"/>
              <a:cs typeface="Calibri" panose="020F0502020204030204" pitchFamily="34" charset="0"/>
            </a:endParaRPr>
          </a:p>
          <a:p>
            <a:pPr marL="342900" lvl="0" indent="-254000" algn="l" rtl="0">
              <a:spcBef>
                <a:spcPts val="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Get the first most frequent scalar value (0)+ </a:t>
            </a:r>
            <a:r>
              <a:rPr lang="en-GB" dirty="0" err="1">
                <a:latin typeface="Calibri" panose="020F0502020204030204" pitchFamily="34" charset="0"/>
                <a:ea typeface="Calibri" panose="020F0502020204030204" pitchFamily="34" charset="0"/>
                <a:cs typeface="Calibri" panose="020F0502020204030204" pitchFamily="34" charset="0"/>
              </a:rPr>
              <a:t>Inplace</a:t>
            </a:r>
            <a:r>
              <a:rPr lang="en-GB" dirty="0">
                <a:latin typeface="Calibri" panose="020F0502020204030204" pitchFamily="34" charset="0"/>
                <a:ea typeface="Calibri" panose="020F0502020204030204" pitchFamily="34" charset="0"/>
                <a:cs typeface="Calibri" panose="020F0502020204030204" pitchFamily="34" charset="0"/>
              </a:rPr>
              <a:t> set to true to avoid adding new columns </a:t>
            </a:r>
            <a:endParaRPr dirty="0">
              <a:latin typeface="Calibri" panose="020F0502020204030204" pitchFamily="34" charset="0"/>
              <a:ea typeface="Calibri" panose="020F0502020204030204" pitchFamily="34" charset="0"/>
              <a:cs typeface="Calibri" panose="020F0502020204030204" pitchFamily="34" charset="0"/>
            </a:endParaRPr>
          </a:p>
          <a:p>
            <a:pPr marL="342900" lvl="0" indent="0" algn="l" rtl="0">
              <a:spcBef>
                <a:spcPts val="1200"/>
              </a:spcBef>
              <a:spcAft>
                <a:spcPts val="0"/>
              </a:spcAft>
              <a:buNone/>
            </a:pPr>
            <a:endParaRPr dirty="0"/>
          </a:p>
          <a:p>
            <a:pPr marL="342900" lvl="0" indent="0" algn="l" rtl="0">
              <a:spcBef>
                <a:spcPts val="1200"/>
              </a:spcBef>
              <a:spcAft>
                <a:spcPts val="0"/>
              </a:spcAft>
              <a:buNone/>
            </a:pPr>
            <a:endParaRPr dirty="0"/>
          </a:p>
          <a:p>
            <a:pPr marL="34290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lnSpc>
                <a:spcPct val="115000"/>
              </a:lnSpc>
              <a:spcBef>
                <a:spcPts val="1200"/>
              </a:spcBef>
              <a:spcAft>
                <a:spcPts val="0"/>
              </a:spcAft>
              <a:buNone/>
            </a:pPr>
            <a:r>
              <a:rPr lang="en-GB" dirty="0"/>
              <a:t>                                         </a:t>
            </a:r>
            <a:endParaRPr dirty="0"/>
          </a:p>
          <a:p>
            <a:pPr marL="0" lvl="0" indent="0" algn="l" rtl="0">
              <a:lnSpc>
                <a:spcPct val="115000"/>
              </a:lnSpc>
              <a:spcBef>
                <a:spcPts val="1200"/>
              </a:spcBef>
              <a:spcAft>
                <a:spcPts val="1200"/>
              </a:spcAft>
              <a:buNone/>
            </a:pPr>
            <a:r>
              <a:rPr lang="en-GB" dirty="0"/>
              <a:t>    </a:t>
            </a:r>
            <a:r>
              <a:rPr lang="en-GB" dirty="0">
                <a:latin typeface="Calibri" panose="020F0502020204030204" pitchFamily="34" charset="0"/>
                <a:ea typeface="Calibri" panose="020F0502020204030204" pitchFamily="34" charset="0"/>
                <a:cs typeface="Calibri" panose="020F0502020204030204" pitchFamily="34" charset="0"/>
              </a:rPr>
              <a:t>Overall missing data ratio is now 0%</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307" name="Google Shape;307;p47"/>
          <p:cNvSpPr txBox="1">
            <a:spLocks noGrp="1"/>
          </p:cNvSpPr>
          <p:nvPr>
            <p:ph type="sldNum" idx="12"/>
          </p:nvPr>
        </p:nvSpPr>
        <p:spPr>
          <a:xfrm>
            <a:off x="6457950" y="4767263"/>
            <a:ext cx="2057400" cy="273900"/>
          </a:xfrm>
          <a:prstGeom prst="rect">
            <a:avLst/>
          </a:prstGeom>
          <a:noFill/>
          <a:ln>
            <a:noFill/>
          </a:ln>
        </p:spPr>
        <p:txBody>
          <a:bodyPr spcFirstLastPara="1" wrap="square" lIns="68575" tIns="68575" rIns="68575" bIns="68575" anchor="ctr" anchorCtr="0">
            <a:normAutofit fontScale="92500" lnSpcReduction="10000"/>
          </a:bodyPr>
          <a:lstStyle/>
          <a:p>
            <a:pPr marL="0" lvl="0" indent="0" algn="r" rtl="0">
              <a:spcBef>
                <a:spcPts val="0"/>
              </a:spcBef>
              <a:spcAft>
                <a:spcPts val="0"/>
              </a:spcAft>
              <a:buClr>
                <a:schemeClr val="dk2"/>
              </a:buClr>
              <a:buSzPts val="1000"/>
              <a:buFont typeface="Lato"/>
              <a:buNone/>
            </a:pPr>
            <a:fld id="{00000000-1234-1234-1234-123412341234}" type="slidenum">
              <a:rPr lang="en-GB"/>
              <a:t>12</a:t>
            </a:fld>
            <a:endParaRPr/>
          </a:p>
        </p:txBody>
      </p:sp>
      <p:sp>
        <p:nvSpPr>
          <p:cNvPr id="308" name="Google Shape;308;p47"/>
          <p:cNvSpPr txBox="1"/>
          <p:nvPr/>
        </p:nvSpPr>
        <p:spPr>
          <a:xfrm>
            <a:off x="319376" y="2087002"/>
            <a:ext cx="186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400">
              <a:solidFill>
                <a:srgbClr val="FF0000"/>
              </a:solidFill>
              <a:latin typeface="Arial"/>
              <a:ea typeface="Arial"/>
              <a:cs typeface="Arial"/>
              <a:sym typeface="Arial"/>
            </a:endParaRPr>
          </a:p>
        </p:txBody>
      </p:sp>
      <p:pic>
        <p:nvPicPr>
          <p:cNvPr id="309" name="Google Shape;309;p47"/>
          <p:cNvPicPr preferRelativeResize="0"/>
          <p:nvPr/>
        </p:nvPicPr>
        <p:blipFill rotWithShape="1">
          <a:blip r:embed="rId3">
            <a:alphaModFix/>
          </a:blip>
          <a:srcRect r="-27016"/>
          <a:stretch/>
        </p:blipFill>
        <p:spPr>
          <a:xfrm>
            <a:off x="2523000" y="2514244"/>
            <a:ext cx="6208706" cy="130483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8"/>
          <p:cNvSpPr txBox="1">
            <a:spLocks noGrp="1"/>
          </p:cNvSpPr>
          <p:nvPr>
            <p:ph type="title"/>
          </p:nvPr>
        </p:nvSpPr>
        <p:spPr>
          <a:xfrm>
            <a:off x="319500" y="257400"/>
            <a:ext cx="8824500" cy="459300"/>
          </a:xfrm>
          <a:prstGeom prst="rect">
            <a:avLst/>
          </a:prstGeom>
        </p:spPr>
        <p:txBody>
          <a:bodyPr spcFirstLastPara="1" wrap="square" lIns="68575" tIns="68575" rIns="68575" bIns="68575" anchor="b" anchorCtr="0">
            <a:normAutofit fontScale="90000"/>
          </a:bodyPr>
          <a:lstStyle/>
          <a:p>
            <a:pPr marL="0" lvl="0" indent="0" algn="l" rtl="0">
              <a:spcBef>
                <a:spcPts val="0"/>
              </a:spcBef>
              <a:spcAft>
                <a:spcPts val="0"/>
              </a:spcAft>
              <a:buNone/>
            </a:pPr>
            <a:r>
              <a:rPr lang="en-GB" sz="2300" dirty="0"/>
              <a:t>                  </a:t>
            </a:r>
            <a:r>
              <a:rPr lang="en-GB" sz="2600" dirty="0">
                <a:latin typeface="Calibri" panose="020F0502020204030204" pitchFamily="34" charset="0"/>
                <a:ea typeface="Calibri" panose="020F0502020204030204" pitchFamily="34" charset="0"/>
                <a:cs typeface="Calibri" panose="020F0502020204030204" pitchFamily="34" charset="0"/>
              </a:rPr>
              <a:t>Numerical features outliers</a:t>
            </a:r>
            <a:endParaRPr sz="2600" b="0" dirty="0">
              <a:latin typeface="Calibri" panose="020F0502020204030204" pitchFamily="34" charset="0"/>
              <a:ea typeface="Calibri" panose="020F0502020204030204" pitchFamily="34" charset="0"/>
              <a:cs typeface="Calibri" panose="020F0502020204030204" pitchFamily="34" charset="0"/>
            </a:endParaRPr>
          </a:p>
        </p:txBody>
      </p:sp>
      <p:pic>
        <p:nvPicPr>
          <p:cNvPr id="316" name="Google Shape;316;p48" title="boxout.png"/>
          <p:cNvPicPr preferRelativeResize="0"/>
          <p:nvPr/>
        </p:nvPicPr>
        <p:blipFill>
          <a:blip r:embed="rId3">
            <a:alphaModFix/>
          </a:blip>
          <a:stretch>
            <a:fillRect/>
          </a:stretch>
        </p:blipFill>
        <p:spPr>
          <a:xfrm>
            <a:off x="1410632" y="1184933"/>
            <a:ext cx="6419139" cy="2018457"/>
          </a:xfrm>
          <a:prstGeom prst="rect">
            <a:avLst/>
          </a:prstGeom>
          <a:noFill/>
          <a:ln>
            <a:noFill/>
          </a:ln>
        </p:spPr>
      </p:pic>
      <p:sp>
        <p:nvSpPr>
          <p:cNvPr id="317" name="Google Shape;317;p48"/>
          <p:cNvSpPr txBox="1"/>
          <p:nvPr/>
        </p:nvSpPr>
        <p:spPr>
          <a:xfrm>
            <a:off x="1441219" y="3308813"/>
            <a:ext cx="6317100" cy="1500000"/>
          </a:xfrm>
          <a:prstGeom prst="rect">
            <a:avLst/>
          </a:prstGeom>
          <a:noFill/>
          <a:ln>
            <a:noFill/>
          </a:ln>
        </p:spPr>
        <p:txBody>
          <a:bodyPr spcFirstLastPara="1" wrap="square" lIns="68575" tIns="68575" rIns="68575" bIns="68575" anchor="t" anchorCtr="0">
            <a:noAutofit/>
          </a:bodyPr>
          <a:lstStyle/>
          <a:p>
            <a:pPr marL="342900" lvl="0" indent="-254000" algn="l" rtl="0">
              <a:spcBef>
                <a:spcPts val="0"/>
              </a:spcBef>
              <a:spcAft>
                <a:spcPts val="0"/>
              </a:spcAft>
              <a:buClr>
                <a:schemeClr val="dk2"/>
              </a:buClr>
              <a:buSzPts val="1400"/>
              <a:buFont typeface="Lato"/>
              <a:buChar char="●"/>
            </a:pPr>
            <a:r>
              <a:rPr lang="en-GB" sz="14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rPr>
              <a:t>Capital gain and loss have the biggest number of outliers which should be fixed</a:t>
            </a:r>
            <a:endParaRPr sz="14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endParaRPr>
          </a:p>
          <a:p>
            <a:pPr marL="342900" lvl="0" indent="0" algn="l" rtl="0">
              <a:spcBef>
                <a:spcPts val="0"/>
              </a:spcBef>
              <a:spcAft>
                <a:spcPts val="0"/>
              </a:spcAft>
              <a:buNone/>
            </a:pPr>
            <a:endParaRPr sz="14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endParaRPr>
          </a:p>
          <a:p>
            <a:pPr marL="342900" lvl="0" indent="-254000" algn="l" rtl="0">
              <a:spcBef>
                <a:spcPts val="0"/>
              </a:spcBef>
              <a:spcAft>
                <a:spcPts val="0"/>
              </a:spcAft>
              <a:buClr>
                <a:schemeClr val="dk2"/>
              </a:buClr>
              <a:buSzPts val="1400"/>
              <a:buFont typeface="Lato"/>
              <a:buChar char="●"/>
            </a:pPr>
            <a:r>
              <a:rPr lang="en-GB" sz="14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rPr>
              <a:t>Hours per week also has outliers on both sides up and down</a:t>
            </a:r>
            <a:endParaRPr sz="14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endParaRPr>
          </a:p>
          <a:p>
            <a:pPr marL="342900" lvl="0" indent="0" algn="l" rtl="0">
              <a:spcBef>
                <a:spcPts val="0"/>
              </a:spcBef>
              <a:spcAft>
                <a:spcPts val="0"/>
              </a:spcAft>
              <a:buNone/>
            </a:pPr>
            <a:endParaRPr sz="14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endParaRPr>
          </a:p>
          <a:p>
            <a:pPr marL="342900" lvl="0" indent="-254000" algn="l" rtl="0">
              <a:spcBef>
                <a:spcPts val="0"/>
              </a:spcBef>
              <a:spcAft>
                <a:spcPts val="0"/>
              </a:spcAft>
              <a:buClr>
                <a:schemeClr val="dk2"/>
              </a:buClr>
              <a:buSzPts val="1400"/>
              <a:buFont typeface="Lato"/>
              <a:buChar char="●"/>
            </a:pPr>
            <a:r>
              <a:rPr lang="en-GB" sz="14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rPr>
              <a:t>Age and education </a:t>
            </a:r>
            <a:r>
              <a:rPr lang="en-GB" sz="1400" dirty="0" err="1">
                <a:solidFill>
                  <a:schemeClr val="dk2"/>
                </a:solidFill>
                <a:latin typeface="Calibri" panose="020F0502020204030204" pitchFamily="34" charset="0"/>
                <a:ea typeface="Calibri" panose="020F0502020204030204" pitchFamily="34" charset="0"/>
                <a:cs typeface="Calibri" panose="020F0502020204030204" pitchFamily="34" charset="0"/>
                <a:sym typeface="Lato"/>
              </a:rPr>
              <a:t>num</a:t>
            </a:r>
            <a:r>
              <a:rPr lang="en-GB" sz="14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rPr>
              <a:t> have very few outliers which will not affect our data significantly so no need to engineer both features</a:t>
            </a:r>
            <a:endParaRPr sz="14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9"/>
          <p:cNvSpPr txBox="1">
            <a:spLocks noGrp="1"/>
          </p:cNvSpPr>
          <p:nvPr>
            <p:ph type="title"/>
          </p:nvPr>
        </p:nvSpPr>
        <p:spPr>
          <a:xfrm>
            <a:off x="1800187" y="431962"/>
            <a:ext cx="4741200" cy="47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ct val="100000"/>
              <a:buNone/>
            </a:pPr>
            <a:r>
              <a:rPr lang="en-GB" dirty="0">
                <a:latin typeface="Calibri" panose="020F0502020204030204" pitchFamily="34" charset="0"/>
                <a:ea typeface="Calibri" panose="020F0502020204030204" pitchFamily="34" charset="0"/>
                <a:cs typeface="Calibri" panose="020F0502020204030204" pitchFamily="34" charset="0"/>
              </a:rPr>
              <a:t>Engineered features techniques</a:t>
            </a:r>
            <a:endParaRPr dirty="0">
              <a:latin typeface="Calibri" panose="020F0502020204030204" pitchFamily="34" charset="0"/>
              <a:ea typeface="Calibri" panose="020F0502020204030204" pitchFamily="34" charset="0"/>
              <a:cs typeface="Calibri" panose="020F0502020204030204" pitchFamily="34" charset="0"/>
            </a:endParaRPr>
          </a:p>
        </p:txBody>
      </p:sp>
      <p:sp>
        <p:nvSpPr>
          <p:cNvPr id="323" name="Google Shape;323;p49"/>
          <p:cNvSpPr txBox="1">
            <a:spLocks noGrp="1"/>
          </p:cNvSpPr>
          <p:nvPr>
            <p:ph type="body" idx="1"/>
          </p:nvPr>
        </p:nvSpPr>
        <p:spPr>
          <a:xfrm>
            <a:off x="2410100" y="1201224"/>
            <a:ext cx="6321600" cy="3407100"/>
          </a:xfrm>
          <a:prstGeom prst="rect">
            <a:avLst/>
          </a:prstGeom>
          <a:noFill/>
          <a:ln>
            <a:noFill/>
          </a:ln>
        </p:spPr>
        <p:txBody>
          <a:bodyPr spcFirstLastPara="1" wrap="square" lIns="91425" tIns="91425" rIns="91425" bIns="91425" anchor="t" anchorCtr="0">
            <a:noAutofit/>
          </a:bodyPr>
          <a:lstStyle/>
          <a:p>
            <a:pPr marL="342900" lvl="0" indent="-254000" algn="l" rtl="0">
              <a:lnSpc>
                <a:spcPct val="105000"/>
              </a:lnSpc>
              <a:spcBef>
                <a:spcPts val="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Encoding is necessary at the beginning to convert all categorical data to numerical so machine learning can process them</a:t>
            </a:r>
            <a:endParaRPr dirty="0">
              <a:latin typeface="Calibri" panose="020F0502020204030204" pitchFamily="34" charset="0"/>
              <a:ea typeface="Calibri" panose="020F0502020204030204" pitchFamily="34" charset="0"/>
              <a:cs typeface="Calibri" panose="020F0502020204030204" pitchFamily="34" charset="0"/>
            </a:endParaRPr>
          </a:p>
          <a:p>
            <a:pPr marL="342900" lvl="0" indent="-254000" algn="l" rtl="0">
              <a:lnSpc>
                <a:spcPct val="105000"/>
              </a:lnSpc>
              <a:spcBef>
                <a:spcPts val="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Scaling also ensures all features are on a similar range so that large-valued variables don’t dominate smaller ones in distance models ( KNN or K-means).</a:t>
            </a:r>
            <a:endParaRPr dirty="0">
              <a:latin typeface="Calibri" panose="020F0502020204030204" pitchFamily="34" charset="0"/>
              <a:ea typeface="Calibri" panose="020F0502020204030204" pitchFamily="34" charset="0"/>
              <a:cs typeface="Calibri" panose="020F0502020204030204" pitchFamily="34" charset="0"/>
            </a:endParaRPr>
          </a:p>
          <a:p>
            <a:pPr marL="342900" lvl="0" indent="-254000" algn="l" rtl="0">
              <a:lnSpc>
                <a:spcPct val="105000"/>
              </a:lnSpc>
              <a:spcBef>
                <a:spcPts val="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Dropping income is only required for clustering as it works on </a:t>
            </a:r>
            <a:r>
              <a:rPr lang="en-GB" dirty="0" err="1">
                <a:latin typeface="Calibri" panose="020F0502020204030204" pitchFamily="34" charset="0"/>
                <a:ea typeface="Calibri" panose="020F0502020204030204" pitchFamily="34" charset="0"/>
                <a:cs typeface="Calibri" panose="020F0502020204030204" pitchFamily="34" charset="0"/>
              </a:rPr>
              <a:t>unlabeled</a:t>
            </a:r>
            <a:r>
              <a:rPr lang="en-GB" dirty="0">
                <a:latin typeface="Calibri" panose="020F0502020204030204" pitchFamily="34" charset="0"/>
                <a:ea typeface="Calibri" panose="020F0502020204030204" pitchFamily="34" charset="0"/>
                <a:cs typeface="Calibri" panose="020F0502020204030204" pitchFamily="34" charset="0"/>
              </a:rPr>
              <a:t> data</a:t>
            </a:r>
            <a:endParaRPr dirty="0">
              <a:latin typeface="Calibri" panose="020F0502020204030204" pitchFamily="34" charset="0"/>
              <a:ea typeface="Calibri" panose="020F0502020204030204" pitchFamily="34" charset="0"/>
              <a:cs typeface="Calibri" panose="020F0502020204030204" pitchFamily="34" charset="0"/>
            </a:endParaRPr>
          </a:p>
          <a:p>
            <a:pPr marL="342900" lvl="0" indent="0" algn="l" rtl="0">
              <a:lnSpc>
                <a:spcPct val="105000"/>
              </a:lnSpc>
              <a:spcBef>
                <a:spcPts val="1200"/>
              </a:spcBef>
              <a:spcAft>
                <a:spcPts val="0"/>
              </a:spcAft>
              <a:buNone/>
            </a:pPr>
            <a:endParaRPr dirty="0"/>
          </a:p>
          <a:p>
            <a:pPr marL="342900" lvl="0" indent="0" algn="l" rtl="0">
              <a:lnSpc>
                <a:spcPct val="105000"/>
              </a:lnSpc>
              <a:spcBef>
                <a:spcPts val="1200"/>
              </a:spcBef>
              <a:spcAft>
                <a:spcPts val="0"/>
              </a:spcAft>
              <a:buSzPts val="600"/>
              <a:buNone/>
            </a:pPr>
            <a:endParaRPr dirty="0"/>
          </a:p>
          <a:p>
            <a:pPr marL="342900" lvl="0" indent="0" algn="l" rtl="0">
              <a:lnSpc>
                <a:spcPct val="105000"/>
              </a:lnSpc>
              <a:spcBef>
                <a:spcPts val="1200"/>
              </a:spcBef>
              <a:spcAft>
                <a:spcPts val="0"/>
              </a:spcAft>
              <a:buSzPts val="600"/>
              <a:buNone/>
            </a:pPr>
            <a:endParaRPr dirty="0"/>
          </a:p>
          <a:p>
            <a:pPr marL="342900" lvl="0" indent="0" algn="l" rtl="0">
              <a:lnSpc>
                <a:spcPct val="105000"/>
              </a:lnSpc>
              <a:spcBef>
                <a:spcPts val="1200"/>
              </a:spcBef>
              <a:spcAft>
                <a:spcPts val="0"/>
              </a:spcAft>
              <a:buSzPts val="600"/>
              <a:buNone/>
            </a:pPr>
            <a:endParaRPr dirty="0"/>
          </a:p>
          <a:p>
            <a:pPr marL="0" lvl="0" indent="0" algn="l" rtl="0">
              <a:lnSpc>
                <a:spcPct val="105000"/>
              </a:lnSpc>
              <a:spcBef>
                <a:spcPts val="1200"/>
              </a:spcBef>
              <a:spcAft>
                <a:spcPts val="0"/>
              </a:spcAft>
              <a:buSzPts val="600"/>
              <a:buNone/>
            </a:pPr>
            <a:endParaRPr dirty="0"/>
          </a:p>
          <a:p>
            <a:pPr marL="0" lvl="0" indent="0" algn="l" rtl="0">
              <a:lnSpc>
                <a:spcPct val="105000"/>
              </a:lnSpc>
              <a:spcBef>
                <a:spcPts val="1200"/>
              </a:spcBef>
              <a:spcAft>
                <a:spcPts val="0"/>
              </a:spcAft>
              <a:buSzPts val="600"/>
              <a:buNone/>
            </a:pPr>
            <a:r>
              <a:rPr lang="en-GB" dirty="0"/>
              <a:t>                                         </a:t>
            </a:r>
            <a:endParaRPr dirty="0"/>
          </a:p>
          <a:p>
            <a:pPr marL="0" lvl="0" indent="0" algn="l" rtl="0">
              <a:lnSpc>
                <a:spcPct val="105000"/>
              </a:lnSpc>
              <a:spcBef>
                <a:spcPts val="1200"/>
              </a:spcBef>
              <a:spcAft>
                <a:spcPts val="1200"/>
              </a:spcAft>
              <a:buSzPts val="600"/>
              <a:buNone/>
            </a:pPr>
            <a:endParaRPr dirty="0"/>
          </a:p>
        </p:txBody>
      </p:sp>
      <p:sp>
        <p:nvSpPr>
          <p:cNvPr id="324" name="Google Shape;324;p49"/>
          <p:cNvSpPr txBox="1">
            <a:spLocks noGrp="1"/>
          </p:cNvSpPr>
          <p:nvPr>
            <p:ph type="sldNum" idx="12"/>
          </p:nvPr>
        </p:nvSpPr>
        <p:spPr>
          <a:xfrm>
            <a:off x="6457950" y="4767263"/>
            <a:ext cx="2057400" cy="273900"/>
          </a:xfrm>
          <a:prstGeom prst="rect">
            <a:avLst/>
          </a:prstGeom>
          <a:noFill/>
          <a:ln>
            <a:noFill/>
          </a:ln>
        </p:spPr>
        <p:txBody>
          <a:bodyPr spcFirstLastPara="1" wrap="square" lIns="68575" tIns="68575" rIns="68575" bIns="68575" anchor="ctr" anchorCtr="0">
            <a:normAutofit fontScale="92500" lnSpcReduction="10000"/>
          </a:bodyPr>
          <a:lstStyle/>
          <a:p>
            <a:pPr marL="0" lvl="0" indent="0" algn="r" rtl="0">
              <a:spcBef>
                <a:spcPts val="0"/>
              </a:spcBef>
              <a:spcAft>
                <a:spcPts val="0"/>
              </a:spcAft>
              <a:buClr>
                <a:schemeClr val="dk2"/>
              </a:buClr>
              <a:buSzPts val="1000"/>
              <a:buFont typeface="Lato"/>
              <a:buNone/>
            </a:pPr>
            <a:fld id="{00000000-1234-1234-1234-123412341234}" type="slidenum">
              <a:rPr lang="en-GB"/>
              <a:t>14</a:t>
            </a:fld>
            <a:endParaRPr/>
          </a:p>
        </p:txBody>
      </p:sp>
      <p:sp>
        <p:nvSpPr>
          <p:cNvPr id="325" name="Google Shape;325;p49"/>
          <p:cNvSpPr txBox="1"/>
          <p:nvPr/>
        </p:nvSpPr>
        <p:spPr>
          <a:xfrm>
            <a:off x="319376" y="2087002"/>
            <a:ext cx="186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400">
              <a:solidFill>
                <a:srgbClr val="FF0000"/>
              </a:solidFill>
              <a:latin typeface="Arial"/>
              <a:ea typeface="Arial"/>
              <a:cs typeface="Arial"/>
              <a:sym typeface="Arial"/>
            </a:endParaRPr>
          </a:p>
        </p:txBody>
      </p:sp>
      <p:pic>
        <p:nvPicPr>
          <p:cNvPr id="326" name="Google Shape;326;p49"/>
          <p:cNvPicPr preferRelativeResize="0"/>
          <p:nvPr/>
        </p:nvPicPr>
        <p:blipFill>
          <a:blip r:embed="rId3">
            <a:alphaModFix/>
          </a:blip>
          <a:stretch>
            <a:fillRect/>
          </a:stretch>
        </p:blipFill>
        <p:spPr>
          <a:xfrm>
            <a:off x="2590031" y="3186338"/>
            <a:ext cx="5961750" cy="127391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50"/>
          <p:cNvSpPr txBox="1">
            <a:spLocks noGrp="1"/>
          </p:cNvSpPr>
          <p:nvPr>
            <p:ph type="title"/>
          </p:nvPr>
        </p:nvSpPr>
        <p:spPr>
          <a:xfrm>
            <a:off x="1800187" y="431962"/>
            <a:ext cx="4741200" cy="47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ct val="100000"/>
              <a:buNone/>
            </a:pPr>
            <a:r>
              <a:rPr lang="en-GB" dirty="0"/>
              <a:t>Engineered features techniques</a:t>
            </a:r>
            <a:endParaRPr dirty="0"/>
          </a:p>
        </p:txBody>
      </p:sp>
      <p:sp>
        <p:nvSpPr>
          <p:cNvPr id="332" name="Google Shape;332;p50"/>
          <p:cNvSpPr txBox="1">
            <a:spLocks noGrp="1"/>
          </p:cNvSpPr>
          <p:nvPr>
            <p:ph type="body" idx="1"/>
          </p:nvPr>
        </p:nvSpPr>
        <p:spPr>
          <a:xfrm>
            <a:off x="2410106" y="1277943"/>
            <a:ext cx="6321600" cy="3330600"/>
          </a:xfrm>
          <a:prstGeom prst="rect">
            <a:avLst/>
          </a:prstGeom>
          <a:noFill/>
          <a:ln>
            <a:noFill/>
          </a:ln>
        </p:spPr>
        <p:txBody>
          <a:bodyPr spcFirstLastPara="1" wrap="square" lIns="91425" tIns="91425" rIns="91425" bIns="91425" anchor="t" anchorCtr="0">
            <a:noAutofit/>
          </a:bodyPr>
          <a:lstStyle/>
          <a:p>
            <a:pPr marL="342900" lvl="0" indent="-254000" algn="l" rtl="0">
              <a:lnSpc>
                <a:spcPct val="105000"/>
              </a:lnSpc>
              <a:spcBef>
                <a:spcPts val="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Logging all features with extreme outliers</a:t>
            </a:r>
            <a:endParaRPr dirty="0">
              <a:latin typeface="Calibri" panose="020F0502020204030204" pitchFamily="34" charset="0"/>
              <a:ea typeface="Calibri" panose="020F0502020204030204" pitchFamily="34" charset="0"/>
              <a:cs typeface="Calibri" panose="020F0502020204030204" pitchFamily="34" charset="0"/>
            </a:endParaRPr>
          </a:p>
          <a:p>
            <a:pPr marL="342900" lvl="0" indent="-254000" algn="l" rtl="0">
              <a:lnSpc>
                <a:spcPct val="105000"/>
              </a:lnSpc>
              <a:spcBef>
                <a:spcPts val="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Merges gain/loss capital into one feature to capture overall capital-related financial </a:t>
            </a:r>
            <a:r>
              <a:rPr lang="en-GB" dirty="0" err="1">
                <a:latin typeface="Calibri" panose="020F0502020204030204" pitchFamily="34" charset="0"/>
                <a:ea typeface="Calibri" panose="020F0502020204030204" pitchFamily="34" charset="0"/>
                <a:cs typeface="Calibri" panose="020F0502020204030204" pitchFamily="34" charset="0"/>
              </a:rPr>
              <a:t>behavior</a:t>
            </a:r>
            <a:r>
              <a:rPr lang="en-GB" dirty="0">
                <a:latin typeface="Calibri" panose="020F0502020204030204" pitchFamily="34" charset="0"/>
                <a:ea typeface="Calibri" panose="020F0502020204030204" pitchFamily="34" charset="0"/>
                <a:cs typeface="Calibri" panose="020F0502020204030204" pitchFamily="34" charset="0"/>
              </a:rPr>
              <a:t> after converting it into binary yes or no feature </a:t>
            </a:r>
            <a:endParaRPr dirty="0">
              <a:latin typeface="Calibri" panose="020F0502020204030204" pitchFamily="34" charset="0"/>
              <a:ea typeface="Calibri" panose="020F0502020204030204" pitchFamily="34" charset="0"/>
              <a:cs typeface="Calibri" panose="020F0502020204030204" pitchFamily="34" charset="0"/>
            </a:endParaRPr>
          </a:p>
          <a:p>
            <a:pPr marL="342900" lvl="0" indent="0" algn="l" rtl="0">
              <a:lnSpc>
                <a:spcPct val="105000"/>
              </a:lnSpc>
              <a:spcBef>
                <a:spcPts val="1200"/>
              </a:spcBef>
              <a:spcAft>
                <a:spcPts val="0"/>
              </a:spcAft>
              <a:buNone/>
            </a:pPr>
            <a:endParaRPr dirty="0"/>
          </a:p>
          <a:p>
            <a:pPr marL="342900" lvl="0" indent="0" algn="l" rtl="0">
              <a:lnSpc>
                <a:spcPct val="105000"/>
              </a:lnSpc>
              <a:spcBef>
                <a:spcPts val="1200"/>
              </a:spcBef>
              <a:spcAft>
                <a:spcPts val="0"/>
              </a:spcAft>
              <a:buNone/>
            </a:pPr>
            <a:endParaRPr dirty="0"/>
          </a:p>
          <a:p>
            <a:pPr marL="342900" lvl="0" indent="0" algn="l" rtl="0">
              <a:lnSpc>
                <a:spcPct val="105000"/>
              </a:lnSpc>
              <a:spcBef>
                <a:spcPts val="1200"/>
              </a:spcBef>
              <a:spcAft>
                <a:spcPts val="0"/>
              </a:spcAft>
              <a:buNone/>
            </a:pPr>
            <a:endParaRPr dirty="0"/>
          </a:p>
          <a:p>
            <a:pPr marL="342900" lvl="0" indent="0" algn="l" rtl="0">
              <a:lnSpc>
                <a:spcPct val="105000"/>
              </a:lnSpc>
              <a:spcBef>
                <a:spcPts val="1200"/>
              </a:spcBef>
              <a:spcAft>
                <a:spcPts val="0"/>
              </a:spcAft>
              <a:buNone/>
            </a:pPr>
            <a:endParaRPr dirty="0"/>
          </a:p>
          <a:p>
            <a:pPr marL="342900" lvl="0" indent="0" algn="l" rtl="0">
              <a:lnSpc>
                <a:spcPct val="105000"/>
              </a:lnSpc>
              <a:spcBef>
                <a:spcPts val="1200"/>
              </a:spcBef>
              <a:spcAft>
                <a:spcPts val="0"/>
              </a:spcAft>
              <a:buSzPts val="600"/>
              <a:buNone/>
            </a:pPr>
            <a:endParaRPr dirty="0"/>
          </a:p>
          <a:p>
            <a:pPr marL="342900" lvl="0" indent="0" algn="l" rtl="0">
              <a:lnSpc>
                <a:spcPct val="105000"/>
              </a:lnSpc>
              <a:spcBef>
                <a:spcPts val="1200"/>
              </a:spcBef>
              <a:spcAft>
                <a:spcPts val="0"/>
              </a:spcAft>
              <a:buSzPts val="600"/>
              <a:buNone/>
            </a:pPr>
            <a:endParaRPr dirty="0"/>
          </a:p>
          <a:p>
            <a:pPr marL="342900" lvl="0" indent="0" algn="l" rtl="0">
              <a:lnSpc>
                <a:spcPct val="105000"/>
              </a:lnSpc>
              <a:spcBef>
                <a:spcPts val="1200"/>
              </a:spcBef>
              <a:spcAft>
                <a:spcPts val="0"/>
              </a:spcAft>
              <a:buSzPts val="600"/>
              <a:buNone/>
            </a:pPr>
            <a:endParaRPr dirty="0"/>
          </a:p>
          <a:p>
            <a:pPr marL="0" lvl="0" indent="0" algn="l" rtl="0">
              <a:lnSpc>
                <a:spcPct val="105000"/>
              </a:lnSpc>
              <a:spcBef>
                <a:spcPts val="1200"/>
              </a:spcBef>
              <a:spcAft>
                <a:spcPts val="0"/>
              </a:spcAft>
              <a:buSzPts val="600"/>
              <a:buNone/>
            </a:pPr>
            <a:endParaRPr dirty="0"/>
          </a:p>
          <a:p>
            <a:pPr marL="0" lvl="0" indent="0" algn="l" rtl="0">
              <a:lnSpc>
                <a:spcPct val="105000"/>
              </a:lnSpc>
              <a:spcBef>
                <a:spcPts val="1200"/>
              </a:spcBef>
              <a:spcAft>
                <a:spcPts val="0"/>
              </a:spcAft>
              <a:buSzPts val="600"/>
              <a:buNone/>
            </a:pPr>
            <a:r>
              <a:rPr lang="en-GB" dirty="0"/>
              <a:t>                                         </a:t>
            </a:r>
            <a:endParaRPr dirty="0"/>
          </a:p>
          <a:p>
            <a:pPr marL="0" lvl="0" indent="0" algn="l" rtl="0">
              <a:lnSpc>
                <a:spcPct val="105000"/>
              </a:lnSpc>
              <a:spcBef>
                <a:spcPts val="1200"/>
              </a:spcBef>
              <a:spcAft>
                <a:spcPts val="1200"/>
              </a:spcAft>
              <a:buSzPts val="600"/>
              <a:buNone/>
            </a:pPr>
            <a:endParaRPr dirty="0"/>
          </a:p>
        </p:txBody>
      </p:sp>
      <p:sp>
        <p:nvSpPr>
          <p:cNvPr id="333" name="Google Shape;333;p50"/>
          <p:cNvSpPr txBox="1">
            <a:spLocks noGrp="1"/>
          </p:cNvSpPr>
          <p:nvPr>
            <p:ph type="sldNum" idx="12"/>
          </p:nvPr>
        </p:nvSpPr>
        <p:spPr>
          <a:xfrm>
            <a:off x="6457950" y="4767263"/>
            <a:ext cx="2057400" cy="273900"/>
          </a:xfrm>
          <a:prstGeom prst="rect">
            <a:avLst/>
          </a:prstGeom>
          <a:noFill/>
          <a:ln>
            <a:noFill/>
          </a:ln>
        </p:spPr>
        <p:txBody>
          <a:bodyPr spcFirstLastPara="1" wrap="square" lIns="68575" tIns="68575" rIns="68575" bIns="68575" anchor="ctr" anchorCtr="0">
            <a:normAutofit fontScale="92500" lnSpcReduction="10000"/>
          </a:bodyPr>
          <a:lstStyle/>
          <a:p>
            <a:pPr marL="0" lvl="0" indent="0" algn="r" rtl="0">
              <a:spcBef>
                <a:spcPts val="0"/>
              </a:spcBef>
              <a:spcAft>
                <a:spcPts val="0"/>
              </a:spcAft>
              <a:buClr>
                <a:schemeClr val="dk2"/>
              </a:buClr>
              <a:buSzPts val="1000"/>
              <a:buFont typeface="Lato"/>
              <a:buNone/>
            </a:pPr>
            <a:fld id="{00000000-1234-1234-1234-123412341234}" type="slidenum">
              <a:rPr lang="en-GB"/>
              <a:t>15</a:t>
            </a:fld>
            <a:endParaRPr/>
          </a:p>
        </p:txBody>
      </p:sp>
      <p:sp>
        <p:nvSpPr>
          <p:cNvPr id="334" name="Google Shape;334;p50"/>
          <p:cNvSpPr txBox="1"/>
          <p:nvPr/>
        </p:nvSpPr>
        <p:spPr>
          <a:xfrm>
            <a:off x="319376" y="2087002"/>
            <a:ext cx="186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400">
              <a:solidFill>
                <a:srgbClr val="FF0000"/>
              </a:solidFill>
              <a:latin typeface="Arial"/>
              <a:ea typeface="Arial"/>
              <a:cs typeface="Arial"/>
              <a:sym typeface="Arial"/>
            </a:endParaRPr>
          </a:p>
        </p:txBody>
      </p:sp>
      <p:pic>
        <p:nvPicPr>
          <p:cNvPr id="335" name="Google Shape;335;p50"/>
          <p:cNvPicPr preferRelativeResize="0"/>
          <p:nvPr/>
        </p:nvPicPr>
        <p:blipFill>
          <a:blip r:embed="rId3">
            <a:alphaModFix/>
          </a:blip>
          <a:stretch>
            <a:fillRect/>
          </a:stretch>
        </p:blipFill>
        <p:spPr>
          <a:xfrm>
            <a:off x="2502581" y="2318887"/>
            <a:ext cx="6219263" cy="219646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51"/>
          <p:cNvSpPr txBox="1">
            <a:spLocks noGrp="1"/>
          </p:cNvSpPr>
          <p:nvPr>
            <p:ph type="title"/>
          </p:nvPr>
        </p:nvSpPr>
        <p:spPr>
          <a:xfrm>
            <a:off x="1800173" y="431950"/>
            <a:ext cx="5689500" cy="476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ct val="100000"/>
              <a:buNone/>
            </a:pPr>
            <a:r>
              <a:rPr lang="en-GB" dirty="0"/>
              <a:t>Unsupervised learning-Clustering task</a:t>
            </a:r>
            <a:endParaRPr dirty="0"/>
          </a:p>
        </p:txBody>
      </p:sp>
      <p:sp>
        <p:nvSpPr>
          <p:cNvPr id="341" name="Google Shape;341;p51"/>
          <p:cNvSpPr txBox="1">
            <a:spLocks noGrp="1"/>
          </p:cNvSpPr>
          <p:nvPr>
            <p:ph type="body" idx="1"/>
          </p:nvPr>
        </p:nvSpPr>
        <p:spPr>
          <a:xfrm>
            <a:off x="2410100" y="1094325"/>
            <a:ext cx="6321600" cy="3514200"/>
          </a:xfrm>
          <a:prstGeom prst="rect">
            <a:avLst/>
          </a:prstGeom>
          <a:noFill/>
          <a:ln>
            <a:noFill/>
          </a:ln>
        </p:spPr>
        <p:txBody>
          <a:bodyPr spcFirstLastPara="1" wrap="square" lIns="91425" tIns="91425" rIns="91425" bIns="91425" anchor="t" anchorCtr="0">
            <a:noAutofit/>
          </a:bodyPr>
          <a:lstStyle/>
          <a:p>
            <a:pPr marL="342900" lvl="0" indent="-254000" algn="l" rtl="0">
              <a:lnSpc>
                <a:spcPct val="105000"/>
              </a:lnSpc>
              <a:spcBef>
                <a:spcPts val="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Trained using K-means model and regarding evaluation here are many metrics for evaluating machine learning models but according requirement we select the correct metric</a:t>
            </a:r>
            <a:endParaRPr dirty="0">
              <a:latin typeface="Calibri" panose="020F0502020204030204" pitchFamily="34" charset="0"/>
              <a:ea typeface="Calibri" panose="020F0502020204030204" pitchFamily="34" charset="0"/>
              <a:cs typeface="Calibri" panose="020F0502020204030204" pitchFamily="34" charset="0"/>
            </a:endParaRPr>
          </a:p>
          <a:p>
            <a:pPr marL="342900" lvl="0" indent="0" algn="l" rtl="0">
              <a:lnSpc>
                <a:spcPct val="105000"/>
              </a:lnSpc>
              <a:spcBef>
                <a:spcPts val="1200"/>
              </a:spcBef>
              <a:spcAft>
                <a:spcPts val="0"/>
              </a:spcAft>
              <a:buNone/>
            </a:pPr>
            <a:endParaRPr dirty="0">
              <a:latin typeface="Calibri" panose="020F0502020204030204" pitchFamily="34" charset="0"/>
              <a:ea typeface="Calibri" panose="020F0502020204030204" pitchFamily="34" charset="0"/>
              <a:cs typeface="Calibri" panose="020F0502020204030204" pitchFamily="34" charset="0"/>
            </a:endParaRPr>
          </a:p>
          <a:p>
            <a:pPr marL="342900" lvl="0" indent="-254000" algn="l" rtl="0">
              <a:lnSpc>
                <a:spcPct val="105000"/>
              </a:lnSpc>
              <a:spcBef>
                <a:spcPts val="1200"/>
              </a:spcBef>
              <a:spcAft>
                <a:spcPts val="0"/>
              </a:spcAft>
              <a:buSzPts val="1400"/>
              <a:buChar char="●"/>
            </a:pPr>
            <a:r>
              <a:rPr lang="en-GB" b="1" dirty="0">
                <a:latin typeface="Calibri" panose="020F0502020204030204" pitchFamily="34" charset="0"/>
                <a:ea typeface="Calibri" panose="020F0502020204030204" pitchFamily="34" charset="0"/>
                <a:cs typeface="Calibri" panose="020F0502020204030204" pitchFamily="34" charset="0"/>
              </a:rPr>
              <a:t>Required: Do unsupervised clusters align with the supervised labels? </a:t>
            </a:r>
            <a:endParaRPr b="1" dirty="0">
              <a:latin typeface="Calibri" panose="020F0502020204030204" pitchFamily="34" charset="0"/>
              <a:ea typeface="Calibri" panose="020F0502020204030204" pitchFamily="34" charset="0"/>
              <a:cs typeface="Calibri" panose="020F0502020204030204" pitchFamily="34" charset="0"/>
            </a:endParaRPr>
          </a:p>
          <a:p>
            <a:pPr marL="342900" lvl="0" indent="0" algn="l" rtl="0">
              <a:lnSpc>
                <a:spcPct val="105000"/>
              </a:lnSpc>
              <a:spcBef>
                <a:spcPts val="1200"/>
              </a:spcBef>
              <a:spcAft>
                <a:spcPts val="0"/>
              </a:spcAft>
              <a:buNone/>
            </a:pPr>
            <a:endParaRPr dirty="0">
              <a:latin typeface="Calibri" panose="020F0502020204030204" pitchFamily="34" charset="0"/>
              <a:ea typeface="Calibri" panose="020F0502020204030204" pitchFamily="34" charset="0"/>
              <a:cs typeface="Calibri" panose="020F0502020204030204" pitchFamily="34" charset="0"/>
            </a:endParaRPr>
          </a:p>
          <a:p>
            <a:pPr marL="342900" lvl="0" indent="-254000" algn="l" rtl="0">
              <a:spcBef>
                <a:spcPts val="120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Adjusted Rand Index (ARI) — </a:t>
            </a:r>
            <a:r>
              <a:rPr lang="en-GB" i="1" dirty="0">
                <a:latin typeface="Calibri" panose="020F0502020204030204" pitchFamily="34" charset="0"/>
                <a:ea typeface="Calibri" panose="020F0502020204030204" pitchFamily="34" charset="0"/>
                <a:cs typeface="Calibri" panose="020F0502020204030204" pitchFamily="34" charset="0"/>
              </a:rPr>
              <a:t>The Gold Standard</a:t>
            </a:r>
            <a:endParaRPr i="1" dirty="0">
              <a:latin typeface="Calibri" panose="020F0502020204030204" pitchFamily="34" charset="0"/>
              <a:ea typeface="Calibri" panose="020F0502020204030204" pitchFamily="34" charset="0"/>
              <a:cs typeface="Calibri" panose="020F0502020204030204" pitchFamily="34" charset="0"/>
            </a:endParaRPr>
          </a:p>
          <a:p>
            <a:pPr marL="342900" lvl="0" indent="0" algn="l" rtl="0">
              <a:spcBef>
                <a:spcPts val="1100"/>
              </a:spcBef>
              <a:spcAft>
                <a:spcPts val="0"/>
              </a:spcAft>
              <a:buNone/>
            </a:pPr>
            <a:endParaRPr dirty="0">
              <a:latin typeface="Calibri" panose="020F0502020204030204" pitchFamily="34" charset="0"/>
              <a:ea typeface="Calibri" panose="020F0502020204030204" pitchFamily="34" charset="0"/>
              <a:cs typeface="Calibri" panose="020F0502020204030204" pitchFamily="34" charset="0"/>
            </a:endParaRPr>
          </a:p>
          <a:p>
            <a:pPr marL="342900" lvl="0" indent="-254000" algn="l" rtl="0">
              <a:spcBef>
                <a:spcPts val="110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The Adjusted Rand Index (ARI) takes your true supervised labels (the target) and your unsupervised cluster assignments, and looks at them side-by-side to see how well they agree.</a:t>
            </a:r>
            <a:endParaRPr dirty="0">
              <a:latin typeface="Calibri" panose="020F0502020204030204" pitchFamily="34" charset="0"/>
              <a:ea typeface="Calibri" panose="020F0502020204030204" pitchFamily="34" charset="0"/>
              <a:cs typeface="Calibri" panose="020F0502020204030204" pitchFamily="34" charset="0"/>
            </a:endParaRPr>
          </a:p>
          <a:p>
            <a:pPr marL="342900" lvl="0" indent="0" algn="l" rtl="0">
              <a:spcBef>
                <a:spcPts val="1100"/>
              </a:spcBef>
              <a:spcAft>
                <a:spcPts val="0"/>
              </a:spcAft>
              <a:buNone/>
            </a:pPr>
            <a:endParaRPr b="1" dirty="0"/>
          </a:p>
          <a:p>
            <a:pPr marL="342900" lvl="0" indent="0" algn="l" rtl="0">
              <a:lnSpc>
                <a:spcPct val="105000"/>
              </a:lnSpc>
              <a:spcBef>
                <a:spcPts val="300"/>
              </a:spcBef>
              <a:spcAft>
                <a:spcPts val="0"/>
              </a:spcAft>
              <a:buNone/>
            </a:pPr>
            <a:endParaRPr dirty="0"/>
          </a:p>
          <a:p>
            <a:pPr marL="342900" lvl="0" indent="0" algn="l" rtl="0">
              <a:lnSpc>
                <a:spcPct val="105000"/>
              </a:lnSpc>
              <a:spcBef>
                <a:spcPts val="1200"/>
              </a:spcBef>
              <a:spcAft>
                <a:spcPts val="0"/>
              </a:spcAft>
              <a:buNone/>
            </a:pPr>
            <a:endParaRPr dirty="0"/>
          </a:p>
          <a:p>
            <a:pPr marL="342900" lvl="0" indent="0" algn="l" rtl="0">
              <a:lnSpc>
                <a:spcPct val="105000"/>
              </a:lnSpc>
              <a:spcBef>
                <a:spcPts val="1200"/>
              </a:spcBef>
              <a:spcAft>
                <a:spcPts val="0"/>
              </a:spcAft>
              <a:buNone/>
            </a:pPr>
            <a:endParaRPr dirty="0"/>
          </a:p>
          <a:p>
            <a:pPr marL="342900" lvl="0" indent="0" algn="l" rtl="0">
              <a:lnSpc>
                <a:spcPct val="105000"/>
              </a:lnSpc>
              <a:spcBef>
                <a:spcPts val="1200"/>
              </a:spcBef>
              <a:spcAft>
                <a:spcPts val="0"/>
              </a:spcAft>
              <a:buNone/>
            </a:pPr>
            <a:endParaRPr dirty="0"/>
          </a:p>
          <a:p>
            <a:pPr marL="342900" lvl="0" indent="0" algn="l" rtl="0">
              <a:lnSpc>
                <a:spcPct val="105000"/>
              </a:lnSpc>
              <a:spcBef>
                <a:spcPts val="1200"/>
              </a:spcBef>
              <a:spcAft>
                <a:spcPts val="0"/>
              </a:spcAft>
              <a:buSzPts val="600"/>
              <a:buNone/>
            </a:pPr>
            <a:endParaRPr dirty="0"/>
          </a:p>
          <a:p>
            <a:pPr marL="342900" lvl="0" indent="0" algn="l" rtl="0">
              <a:lnSpc>
                <a:spcPct val="105000"/>
              </a:lnSpc>
              <a:spcBef>
                <a:spcPts val="1200"/>
              </a:spcBef>
              <a:spcAft>
                <a:spcPts val="0"/>
              </a:spcAft>
              <a:buSzPts val="600"/>
              <a:buNone/>
            </a:pPr>
            <a:endParaRPr dirty="0"/>
          </a:p>
          <a:p>
            <a:pPr marL="342900" lvl="0" indent="0" algn="l" rtl="0">
              <a:lnSpc>
                <a:spcPct val="105000"/>
              </a:lnSpc>
              <a:spcBef>
                <a:spcPts val="1200"/>
              </a:spcBef>
              <a:spcAft>
                <a:spcPts val="0"/>
              </a:spcAft>
              <a:buSzPts val="600"/>
              <a:buNone/>
            </a:pPr>
            <a:endParaRPr dirty="0"/>
          </a:p>
          <a:p>
            <a:pPr marL="0" lvl="0" indent="0" algn="l" rtl="0">
              <a:lnSpc>
                <a:spcPct val="105000"/>
              </a:lnSpc>
              <a:spcBef>
                <a:spcPts val="1200"/>
              </a:spcBef>
              <a:spcAft>
                <a:spcPts val="0"/>
              </a:spcAft>
              <a:buSzPts val="600"/>
              <a:buNone/>
            </a:pPr>
            <a:endParaRPr dirty="0"/>
          </a:p>
          <a:p>
            <a:pPr marL="0" lvl="0" indent="0" algn="l" rtl="0">
              <a:lnSpc>
                <a:spcPct val="105000"/>
              </a:lnSpc>
              <a:spcBef>
                <a:spcPts val="1200"/>
              </a:spcBef>
              <a:spcAft>
                <a:spcPts val="0"/>
              </a:spcAft>
              <a:buSzPts val="600"/>
              <a:buNone/>
            </a:pPr>
            <a:r>
              <a:rPr lang="en-GB" dirty="0"/>
              <a:t>                                         </a:t>
            </a:r>
            <a:endParaRPr dirty="0"/>
          </a:p>
          <a:p>
            <a:pPr marL="0" lvl="0" indent="0" algn="l" rtl="0">
              <a:lnSpc>
                <a:spcPct val="105000"/>
              </a:lnSpc>
              <a:spcBef>
                <a:spcPts val="1200"/>
              </a:spcBef>
              <a:spcAft>
                <a:spcPts val="1200"/>
              </a:spcAft>
              <a:buSzPts val="600"/>
              <a:buNone/>
            </a:pPr>
            <a:endParaRPr dirty="0"/>
          </a:p>
        </p:txBody>
      </p:sp>
      <p:sp>
        <p:nvSpPr>
          <p:cNvPr id="342" name="Google Shape;342;p51"/>
          <p:cNvSpPr txBox="1">
            <a:spLocks noGrp="1"/>
          </p:cNvSpPr>
          <p:nvPr>
            <p:ph type="sldNum" idx="12"/>
          </p:nvPr>
        </p:nvSpPr>
        <p:spPr>
          <a:xfrm>
            <a:off x="6457950" y="4767263"/>
            <a:ext cx="2057400" cy="273900"/>
          </a:xfrm>
          <a:prstGeom prst="rect">
            <a:avLst/>
          </a:prstGeom>
          <a:noFill/>
          <a:ln>
            <a:noFill/>
          </a:ln>
        </p:spPr>
        <p:txBody>
          <a:bodyPr spcFirstLastPara="1" wrap="square" lIns="68575" tIns="68575" rIns="68575" bIns="68575" anchor="ctr" anchorCtr="0">
            <a:normAutofit fontScale="92500" lnSpcReduction="10000"/>
          </a:bodyPr>
          <a:lstStyle/>
          <a:p>
            <a:pPr marL="0" lvl="0" indent="0" algn="r" rtl="0">
              <a:spcBef>
                <a:spcPts val="0"/>
              </a:spcBef>
              <a:spcAft>
                <a:spcPts val="0"/>
              </a:spcAft>
              <a:buClr>
                <a:schemeClr val="dk2"/>
              </a:buClr>
              <a:buSzPts val="1000"/>
              <a:buFont typeface="Lato"/>
              <a:buNone/>
            </a:pPr>
            <a:fld id="{00000000-1234-1234-1234-123412341234}" type="slidenum">
              <a:rPr lang="en-GB"/>
              <a:t>16</a:t>
            </a:fld>
            <a:endParaRPr/>
          </a:p>
        </p:txBody>
      </p:sp>
      <p:sp>
        <p:nvSpPr>
          <p:cNvPr id="343" name="Google Shape;343;p51"/>
          <p:cNvSpPr txBox="1"/>
          <p:nvPr/>
        </p:nvSpPr>
        <p:spPr>
          <a:xfrm>
            <a:off x="319376" y="2087002"/>
            <a:ext cx="186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400">
              <a:solidFill>
                <a:srgbClr val="FF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52"/>
          <p:cNvSpPr txBox="1">
            <a:spLocks noGrp="1"/>
          </p:cNvSpPr>
          <p:nvPr>
            <p:ph type="title"/>
          </p:nvPr>
        </p:nvSpPr>
        <p:spPr>
          <a:xfrm>
            <a:off x="2410455" y="575950"/>
            <a:ext cx="6321600" cy="635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300"/>
              <a:buNone/>
            </a:pPr>
            <a:r>
              <a:rPr lang="en-GB"/>
              <a:t>Clustering model </a:t>
            </a:r>
            <a:endParaRPr/>
          </a:p>
        </p:txBody>
      </p:sp>
      <p:sp>
        <p:nvSpPr>
          <p:cNvPr id="349" name="Google Shape;349;p52"/>
          <p:cNvSpPr txBox="1">
            <a:spLocks noGrp="1"/>
          </p:cNvSpPr>
          <p:nvPr>
            <p:ph type="body" idx="1"/>
          </p:nvPr>
        </p:nvSpPr>
        <p:spPr>
          <a:xfrm>
            <a:off x="2410106" y="1059094"/>
            <a:ext cx="6321600" cy="3549300"/>
          </a:xfrm>
          <a:prstGeom prst="rect">
            <a:avLst/>
          </a:prstGeom>
          <a:noFill/>
          <a:ln>
            <a:noFill/>
          </a:ln>
        </p:spPr>
        <p:txBody>
          <a:bodyPr spcFirstLastPara="1" wrap="square" lIns="91425" tIns="91425" rIns="91425" bIns="91425" anchor="t" anchorCtr="0">
            <a:noAutofit/>
          </a:bodyPr>
          <a:lstStyle/>
          <a:p>
            <a:pPr marL="342900" lvl="0" indent="-254000" algn="l" rtl="0">
              <a:spcBef>
                <a:spcPts val="1100"/>
              </a:spcBef>
              <a:spcAft>
                <a:spcPts val="0"/>
              </a:spcAft>
              <a:buSzPts val="1400"/>
              <a:buChar char="●"/>
            </a:pPr>
            <a:r>
              <a:rPr lang="en-GB" dirty="0">
                <a:latin typeface="Calibri" panose="020F0502020204030204" pitchFamily="34" charset="0"/>
                <a:ea typeface="Calibri" panose="020F0502020204030204" pitchFamily="34" charset="0"/>
                <a:cs typeface="Calibri" panose="020F0502020204030204" pitchFamily="34" charset="0"/>
              </a:rPr>
              <a:t>Elbow method is used  firstly to check the optimal number of clusters </a:t>
            </a:r>
            <a:endParaRPr dirty="0">
              <a:latin typeface="Calibri" panose="020F0502020204030204" pitchFamily="34" charset="0"/>
              <a:ea typeface="Calibri" panose="020F0502020204030204" pitchFamily="34" charset="0"/>
              <a:cs typeface="Calibri" panose="020F0502020204030204" pitchFamily="34" charset="0"/>
            </a:endParaRPr>
          </a:p>
          <a:p>
            <a:pPr marL="342900" lvl="0" indent="0" algn="l" rtl="0">
              <a:spcBef>
                <a:spcPts val="1100"/>
              </a:spcBef>
              <a:spcAft>
                <a:spcPts val="0"/>
              </a:spcAft>
              <a:buNone/>
            </a:pPr>
            <a:endParaRPr dirty="0"/>
          </a:p>
          <a:p>
            <a:pPr marL="342900" lvl="0" indent="0" algn="l" rtl="0">
              <a:lnSpc>
                <a:spcPct val="105000"/>
              </a:lnSpc>
              <a:spcBef>
                <a:spcPts val="300"/>
              </a:spcBef>
              <a:spcAft>
                <a:spcPts val="0"/>
              </a:spcAft>
              <a:buNone/>
            </a:pPr>
            <a:endParaRPr dirty="0"/>
          </a:p>
          <a:p>
            <a:pPr marL="342900" lvl="0" indent="0" algn="l" rtl="0">
              <a:lnSpc>
                <a:spcPct val="105000"/>
              </a:lnSpc>
              <a:spcBef>
                <a:spcPts val="1200"/>
              </a:spcBef>
              <a:spcAft>
                <a:spcPts val="0"/>
              </a:spcAft>
              <a:buNone/>
            </a:pPr>
            <a:endParaRPr dirty="0"/>
          </a:p>
          <a:p>
            <a:pPr marL="342900" lvl="0" indent="0" algn="l" rtl="0">
              <a:lnSpc>
                <a:spcPct val="105000"/>
              </a:lnSpc>
              <a:spcBef>
                <a:spcPts val="1200"/>
              </a:spcBef>
              <a:spcAft>
                <a:spcPts val="0"/>
              </a:spcAft>
              <a:buSzPts val="600"/>
              <a:buNone/>
            </a:pPr>
            <a:endParaRPr dirty="0"/>
          </a:p>
          <a:p>
            <a:pPr marL="342900" lvl="0" indent="0" algn="l" rtl="0">
              <a:lnSpc>
                <a:spcPct val="105000"/>
              </a:lnSpc>
              <a:spcBef>
                <a:spcPts val="1200"/>
              </a:spcBef>
              <a:spcAft>
                <a:spcPts val="0"/>
              </a:spcAft>
              <a:buSzPts val="600"/>
              <a:buNone/>
            </a:pPr>
            <a:endParaRPr dirty="0"/>
          </a:p>
          <a:p>
            <a:pPr marL="342900" lvl="0" indent="0" algn="l" rtl="0">
              <a:lnSpc>
                <a:spcPct val="105000"/>
              </a:lnSpc>
              <a:spcBef>
                <a:spcPts val="1200"/>
              </a:spcBef>
              <a:spcAft>
                <a:spcPts val="0"/>
              </a:spcAft>
              <a:buSzPts val="600"/>
              <a:buNone/>
            </a:pPr>
            <a:endParaRPr dirty="0"/>
          </a:p>
          <a:p>
            <a:pPr marL="0" lvl="0" indent="0" algn="l" rtl="0">
              <a:lnSpc>
                <a:spcPct val="105000"/>
              </a:lnSpc>
              <a:spcBef>
                <a:spcPts val="1200"/>
              </a:spcBef>
              <a:spcAft>
                <a:spcPts val="0"/>
              </a:spcAft>
              <a:buSzPts val="600"/>
              <a:buNone/>
            </a:pPr>
            <a:endParaRPr dirty="0"/>
          </a:p>
          <a:p>
            <a:pPr marL="0" lvl="0" indent="0" algn="l" rtl="0">
              <a:lnSpc>
                <a:spcPct val="105000"/>
              </a:lnSpc>
              <a:spcBef>
                <a:spcPts val="1200"/>
              </a:spcBef>
              <a:spcAft>
                <a:spcPts val="0"/>
              </a:spcAft>
              <a:buSzPts val="600"/>
              <a:buNone/>
            </a:pPr>
            <a:r>
              <a:rPr lang="en-GB" dirty="0"/>
              <a:t>                                         </a:t>
            </a:r>
            <a:endParaRPr dirty="0"/>
          </a:p>
          <a:p>
            <a:pPr marL="0" lvl="0" indent="0" algn="l" rtl="0">
              <a:lnSpc>
                <a:spcPct val="105000"/>
              </a:lnSpc>
              <a:spcBef>
                <a:spcPts val="1200"/>
              </a:spcBef>
              <a:spcAft>
                <a:spcPts val="1200"/>
              </a:spcAft>
              <a:buSzPts val="600"/>
              <a:buNone/>
            </a:pPr>
            <a:endParaRPr dirty="0"/>
          </a:p>
        </p:txBody>
      </p:sp>
      <p:sp>
        <p:nvSpPr>
          <p:cNvPr id="350" name="Google Shape;350;p52"/>
          <p:cNvSpPr txBox="1">
            <a:spLocks noGrp="1"/>
          </p:cNvSpPr>
          <p:nvPr>
            <p:ph type="sldNum" idx="12"/>
          </p:nvPr>
        </p:nvSpPr>
        <p:spPr>
          <a:xfrm>
            <a:off x="6457950" y="4767263"/>
            <a:ext cx="2057400" cy="273900"/>
          </a:xfrm>
          <a:prstGeom prst="rect">
            <a:avLst/>
          </a:prstGeom>
          <a:noFill/>
          <a:ln>
            <a:noFill/>
          </a:ln>
        </p:spPr>
        <p:txBody>
          <a:bodyPr spcFirstLastPara="1" wrap="square" lIns="68575" tIns="68575" rIns="68575" bIns="68575" anchor="ctr" anchorCtr="0">
            <a:normAutofit fontScale="92500" lnSpcReduction="10000"/>
          </a:bodyPr>
          <a:lstStyle/>
          <a:p>
            <a:pPr marL="0" lvl="0" indent="0" algn="r" rtl="0">
              <a:spcBef>
                <a:spcPts val="0"/>
              </a:spcBef>
              <a:spcAft>
                <a:spcPts val="0"/>
              </a:spcAft>
              <a:buClr>
                <a:schemeClr val="dk2"/>
              </a:buClr>
              <a:buSzPts val="1000"/>
              <a:buFont typeface="Lato"/>
              <a:buNone/>
            </a:pPr>
            <a:fld id="{00000000-1234-1234-1234-123412341234}" type="slidenum">
              <a:rPr lang="en-GB"/>
              <a:t>17</a:t>
            </a:fld>
            <a:endParaRPr/>
          </a:p>
        </p:txBody>
      </p:sp>
      <p:pic>
        <p:nvPicPr>
          <p:cNvPr id="351" name="Google Shape;351;p52"/>
          <p:cNvPicPr preferRelativeResize="0"/>
          <p:nvPr/>
        </p:nvPicPr>
        <p:blipFill>
          <a:blip r:embed="rId3">
            <a:alphaModFix/>
          </a:blip>
          <a:stretch>
            <a:fillRect/>
          </a:stretch>
        </p:blipFill>
        <p:spPr>
          <a:xfrm>
            <a:off x="3088650" y="1607495"/>
            <a:ext cx="4964511" cy="2107743"/>
          </a:xfrm>
          <a:prstGeom prst="rect">
            <a:avLst/>
          </a:prstGeom>
          <a:noFill/>
          <a:ln w="7150" cap="flat" cmpd="sng">
            <a:solidFill>
              <a:schemeClr val="dk2"/>
            </a:solidFill>
            <a:prstDash val="solid"/>
            <a:round/>
            <a:headEnd type="none" w="sm" len="sm"/>
            <a:tailEnd type="none" w="sm" len="sm"/>
          </a:ln>
        </p:spPr>
      </p:pic>
      <p:sp>
        <p:nvSpPr>
          <p:cNvPr id="352" name="Google Shape;352;p52"/>
          <p:cNvSpPr txBox="1"/>
          <p:nvPr/>
        </p:nvSpPr>
        <p:spPr>
          <a:xfrm>
            <a:off x="2410463" y="3715238"/>
            <a:ext cx="6321600" cy="924000"/>
          </a:xfrm>
          <a:prstGeom prst="rect">
            <a:avLst/>
          </a:prstGeom>
          <a:noFill/>
          <a:ln>
            <a:noFill/>
          </a:ln>
        </p:spPr>
        <p:txBody>
          <a:bodyPr spcFirstLastPara="1" wrap="square" lIns="68575" tIns="68575" rIns="68575" bIns="68575" anchor="t" anchorCtr="0">
            <a:noAutofit/>
          </a:bodyPr>
          <a:lstStyle/>
          <a:p>
            <a:pPr marL="342900" lvl="0" indent="-241300" algn="l" rtl="0">
              <a:lnSpc>
                <a:spcPct val="115000"/>
              </a:lnSpc>
              <a:spcBef>
                <a:spcPts val="900"/>
              </a:spcBef>
              <a:spcAft>
                <a:spcPts val="0"/>
              </a:spcAft>
              <a:buClr>
                <a:schemeClr val="dk2"/>
              </a:buClr>
              <a:buSzPts val="1200"/>
              <a:buFont typeface="Lato"/>
              <a:buChar char="●"/>
            </a:pPr>
            <a:r>
              <a:rPr lang="en-GB"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rPr>
              <a:t>From K = 1 → 3, the WCSS decreases sharply.</a:t>
            </a:r>
            <a:endParaRPr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endParaRPr>
          </a:p>
          <a:p>
            <a:pPr marL="342900" lvl="0" indent="-241300" algn="l" rtl="0">
              <a:lnSpc>
                <a:spcPct val="115000"/>
              </a:lnSpc>
              <a:spcBef>
                <a:spcPts val="0"/>
              </a:spcBef>
              <a:spcAft>
                <a:spcPts val="0"/>
              </a:spcAft>
              <a:buClr>
                <a:schemeClr val="dk2"/>
              </a:buClr>
              <a:buSzPts val="1200"/>
              <a:buFont typeface="Lato"/>
              <a:buChar char="●"/>
            </a:pPr>
            <a:r>
              <a:rPr lang="en-GB"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rPr>
              <a:t>After K = 3, the curve starts flattening and improvements become smaller.</a:t>
            </a:r>
            <a:endParaRPr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endParaRPr>
          </a:p>
          <a:p>
            <a:pPr marL="0" lvl="0" indent="0" algn="l" rtl="0">
              <a:lnSpc>
                <a:spcPct val="115000"/>
              </a:lnSpc>
              <a:spcBef>
                <a:spcPts val="900"/>
              </a:spcBef>
              <a:spcAft>
                <a:spcPts val="0"/>
              </a:spcAft>
              <a:buClr>
                <a:schemeClr val="dk2"/>
              </a:buClr>
              <a:buSzPts val="800"/>
              <a:buFont typeface="Arial"/>
              <a:buNone/>
            </a:pPr>
            <a:r>
              <a:rPr lang="en-GB"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rPr>
              <a:t>This bend in the curve is the “elbow point.”</a:t>
            </a:r>
            <a:endParaRPr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endParaRPr>
          </a:p>
          <a:p>
            <a:pPr marL="0" lvl="0" indent="0" algn="l" rtl="0">
              <a:spcBef>
                <a:spcPts val="900"/>
              </a:spcBef>
              <a:spcAft>
                <a:spcPts val="0"/>
              </a:spcAft>
              <a:buNone/>
            </a:pPr>
            <a:endParaRPr sz="1200" dirty="0">
              <a:solidFill>
                <a:schemeClr val="dk2"/>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53"/>
          <p:cNvSpPr txBox="1">
            <a:spLocks noGrp="1"/>
          </p:cNvSpPr>
          <p:nvPr>
            <p:ph type="title"/>
          </p:nvPr>
        </p:nvSpPr>
        <p:spPr>
          <a:xfrm>
            <a:off x="2410455" y="575950"/>
            <a:ext cx="6321600" cy="635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300"/>
              <a:buNone/>
            </a:pPr>
            <a:r>
              <a:rPr lang="en-GB" dirty="0"/>
              <a:t>Clustering raw</a:t>
            </a:r>
            <a:endParaRPr dirty="0"/>
          </a:p>
        </p:txBody>
      </p:sp>
      <p:sp>
        <p:nvSpPr>
          <p:cNvPr id="358" name="Google Shape;358;p53"/>
          <p:cNvSpPr txBox="1">
            <a:spLocks noGrp="1"/>
          </p:cNvSpPr>
          <p:nvPr>
            <p:ph type="body" idx="1"/>
          </p:nvPr>
        </p:nvSpPr>
        <p:spPr>
          <a:xfrm>
            <a:off x="2410106" y="1286827"/>
            <a:ext cx="6321600" cy="3330600"/>
          </a:xfrm>
          <a:prstGeom prst="rect">
            <a:avLst/>
          </a:prstGeom>
          <a:noFill/>
          <a:ln>
            <a:noFill/>
          </a:ln>
        </p:spPr>
        <p:txBody>
          <a:bodyPr spcFirstLastPara="1" wrap="square" lIns="91425" tIns="91425" rIns="91425" bIns="91425" anchor="t" anchorCtr="0">
            <a:noAutofit/>
          </a:bodyPr>
          <a:lstStyle/>
          <a:p>
            <a:pPr marL="342900" lvl="0" indent="0" algn="l" rtl="0">
              <a:lnSpc>
                <a:spcPct val="105000"/>
              </a:lnSpc>
              <a:spcBef>
                <a:spcPts val="0"/>
              </a:spcBef>
              <a:spcAft>
                <a:spcPts val="0"/>
              </a:spcAft>
              <a:buNone/>
            </a:pPr>
            <a:endParaRPr dirty="0"/>
          </a:p>
          <a:p>
            <a:pPr marL="342900" lvl="0" indent="0" algn="l" rtl="0">
              <a:lnSpc>
                <a:spcPct val="105000"/>
              </a:lnSpc>
              <a:spcBef>
                <a:spcPts val="1200"/>
              </a:spcBef>
              <a:spcAft>
                <a:spcPts val="0"/>
              </a:spcAft>
              <a:buNone/>
            </a:pPr>
            <a:endParaRPr dirty="0"/>
          </a:p>
          <a:p>
            <a:pPr marL="342900" lvl="0" indent="0" algn="l" rtl="0">
              <a:lnSpc>
                <a:spcPct val="105000"/>
              </a:lnSpc>
              <a:spcBef>
                <a:spcPts val="1200"/>
              </a:spcBef>
              <a:spcAft>
                <a:spcPts val="0"/>
              </a:spcAft>
              <a:buNone/>
            </a:pPr>
            <a:endParaRPr dirty="0"/>
          </a:p>
          <a:p>
            <a:pPr marL="342900" lvl="0" indent="0" algn="l" rtl="0">
              <a:lnSpc>
                <a:spcPct val="105000"/>
              </a:lnSpc>
              <a:spcBef>
                <a:spcPts val="1200"/>
              </a:spcBef>
              <a:spcAft>
                <a:spcPts val="0"/>
              </a:spcAft>
              <a:buNone/>
            </a:pPr>
            <a:endParaRPr dirty="0"/>
          </a:p>
          <a:p>
            <a:pPr marL="342900" lvl="0" indent="0" algn="l" rtl="0">
              <a:lnSpc>
                <a:spcPct val="105000"/>
              </a:lnSpc>
              <a:spcBef>
                <a:spcPts val="1200"/>
              </a:spcBef>
              <a:spcAft>
                <a:spcPts val="0"/>
              </a:spcAft>
              <a:buSzPts val="600"/>
              <a:buNone/>
            </a:pPr>
            <a:endParaRPr dirty="0"/>
          </a:p>
          <a:p>
            <a:pPr marL="342900" lvl="0" indent="0" algn="l" rtl="0">
              <a:lnSpc>
                <a:spcPct val="105000"/>
              </a:lnSpc>
              <a:spcBef>
                <a:spcPts val="1200"/>
              </a:spcBef>
              <a:spcAft>
                <a:spcPts val="0"/>
              </a:spcAft>
              <a:buSzPts val="600"/>
              <a:buNone/>
            </a:pPr>
            <a:endParaRPr dirty="0"/>
          </a:p>
          <a:p>
            <a:pPr marL="342900" lvl="0" indent="0" algn="l" rtl="0">
              <a:lnSpc>
                <a:spcPct val="105000"/>
              </a:lnSpc>
              <a:spcBef>
                <a:spcPts val="1200"/>
              </a:spcBef>
              <a:spcAft>
                <a:spcPts val="0"/>
              </a:spcAft>
              <a:buSzPts val="600"/>
              <a:buNone/>
            </a:pPr>
            <a:endParaRPr dirty="0"/>
          </a:p>
          <a:p>
            <a:pPr marL="0" lvl="0" indent="0" algn="l" rtl="0">
              <a:lnSpc>
                <a:spcPct val="105000"/>
              </a:lnSpc>
              <a:spcBef>
                <a:spcPts val="1200"/>
              </a:spcBef>
              <a:spcAft>
                <a:spcPts val="0"/>
              </a:spcAft>
              <a:buSzPts val="600"/>
              <a:buNone/>
            </a:pPr>
            <a:endParaRPr dirty="0"/>
          </a:p>
          <a:p>
            <a:pPr marL="0" lvl="0" indent="0" algn="l" rtl="0">
              <a:lnSpc>
                <a:spcPct val="105000"/>
              </a:lnSpc>
              <a:spcBef>
                <a:spcPts val="1200"/>
              </a:spcBef>
              <a:spcAft>
                <a:spcPts val="0"/>
              </a:spcAft>
              <a:buSzPts val="600"/>
              <a:buNone/>
            </a:pPr>
            <a:r>
              <a:rPr lang="en-GB" dirty="0"/>
              <a:t>                                         </a:t>
            </a:r>
            <a:endParaRPr dirty="0"/>
          </a:p>
          <a:p>
            <a:pPr marL="0" lvl="0" indent="0" algn="l" rtl="0">
              <a:lnSpc>
                <a:spcPct val="105000"/>
              </a:lnSpc>
              <a:spcBef>
                <a:spcPts val="1200"/>
              </a:spcBef>
              <a:spcAft>
                <a:spcPts val="1200"/>
              </a:spcAft>
              <a:buSzPts val="600"/>
              <a:buNone/>
            </a:pPr>
            <a:endParaRPr dirty="0"/>
          </a:p>
        </p:txBody>
      </p:sp>
      <p:sp>
        <p:nvSpPr>
          <p:cNvPr id="359" name="Google Shape;359;p53"/>
          <p:cNvSpPr txBox="1">
            <a:spLocks noGrp="1"/>
          </p:cNvSpPr>
          <p:nvPr>
            <p:ph type="sldNum" idx="12"/>
          </p:nvPr>
        </p:nvSpPr>
        <p:spPr>
          <a:xfrm>
            <a:off x="6457950" y="4767263"/>
            <a:ext cx="2057400" cy="273900"/>
          </a:xfrm>
          <a:prstGeom prst="rect">
            <a:avLst/>
          </a:prstGeom>
          <a:noFill/>
          <a:ln>
            <a:noFill/>
          </a:ln>
        </p:spPr>
        <p:txBody>
          <a:bodyPr spcFirstLastPara="1" wrap="square" lIns="68575" tIns="68575" rIns="68575" bIns="68575" anchor="ctr" anchorCtr="0">
            <a:normAutofit fontScale="92500" lnSpcReduction="10000"/>
          </a:bodyPr>
          <a:lstStyle/>
          <a:p>
            <a:pPr marL="0" lvl="0" indent="0" algn="r" rtl="0">
              <a:spcBef>
                <a:spcPts val="0"/>
              </a:spcBef>
              <a:spcAft>
                <a:spcPts val="0"/>
              </a:spcAft>
              <a:buClr>
                <a:schemeClr val="dk2"/>
              </a:buClr>
              <a:buSzPts val="1000"/>
              <a:buFont typeface="Lato"/>
              <a:buNone/>
            </a:pPr>
            <a:fld id="{00000000-1234-1234-1234-123412341234}" type="slidenum">
              <a:rPr lang="en-GB"/>
              <a:t>18</a:t>
            </a:fld>
            <a:endParaRPr/>
          </a:p>
        </p:txBody>
      </p:sp>
      <p:sp>
        <p:nvSpPr>
          <p:cNvPr id="360" name="Google Shape;360;p53"/>
          <p:cNvSpPr txBox="1"/>
          <p:nvPr/>
        </p:nvSpPr>
        <p:spPr>
          <a:xfrm>
            <a:off x="319376" y="2087002"/>
            <a:ext cx="186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400">
              <a:solidFill>
                <a:srgbClr val="FF0000"/>
              </a:solidFill>
              <a:latin typeface="Arial"/>
              <a:ea typeface="Arial"/>
              <a:cs typeface="Arial"/>
              <a:sym typeface="Arial"/>
            </a:endParaRPr>
          </a:p>
        </p:txBody>
      </p:sp>
      <p:pic>
        <p:nvPicPr>
          <p:cNvPr id="361" name="Google Shape;361;p53"/>
          <p:cNvPicPr preferRelativeResize="0"/>
          <p:nvPr/>
        </p:nvPicPr>
        <p:blipFill>
          <a:blip r:embed="rId3">
            <a:alphaModFix/>
          </a:blip>
          <a:stretch>
            <a:fillRect/>
          </a:stretch>
        </p:blipFill>
        <p:spPr>
          <a:xfrm>
            <a:off x="3474425" y="2276126"/>
            <a:ext cx="4246250" cy="1124250"/>
          </a:xfrm>
          <a:prstGeom prst="rect">
            <a:avLst/>
          </a:prstGeom>
          <a:noFill/>
          <a:ln>
            <a:noFill/>
          </a:ln>
        </p:spPr>
      </p:pic>
      <p:sp>
        <p:nvSpPr>
          <p:cNvPr id="362" name="Google Shape;362;p53"/>
          <p:cNvSpPr txBox="1"/>
          <p:nvPr/>
        </p:nvSpPr>
        <p:spPr>
          <a:xfrm>
            <a:off x="2603831" y="1494394"/>
            <a:ext cx="6127800" cy="869700"/>
          </a:xfrm>
          <a:prstGeom prst="rect">
            <a:avLst/>
          </a:prstGeom>
          <a:noFill/>
          <a:ln>
            <a:noFill/>
          </a:ln>
        </p:spPr>
        <p:txBody>
          <a:bodyPr spcFirstLastPara="1" wrap="square" lIns="68575" tIns="68575" rIns="68575" bIns="68575" anchor="t" anchorCtr="0">
            <a:noAutofit/>
          </a:bodyPr>
          <a:lstStyle/>
          <a:p>
            <a:pPr marL="0" lvl="0" indent="0" algn="l" rtl="0">
              <a:spcBef>
                <a:spcPts val="0"/>
              </a:spcBef>
              <a:spcAft>
                <a:spcPts val="0"/>
              </a:spcAft>
              <a:buNone/>
            </a:pPr>
            <a:r>
              <a:rPr lang="en-GB" sz="14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rPr>
              <a:t>Firstly clustering is done on raw data only with just encoding the features to check the difference between with and without feature engineering</a:t>
            </a:r>
            <a:endParaRPr sz="14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endParaRPr>
          </a:p>
        </p:txBody>
      </p:sp>
      <p:sp>
        <p:nvSpPr>
          <p:cNvPr id="363" name="Google Shape;363;p53"/>
          <p:cNvSpPr txBox="1"/>
          <p:nvPr/>
        </p:nvSpPr>
        <p:spPr>
          <a:xfrm>
            <a:off x="2673713" y="3649003"/>
            <a:ext cx="6127800" cy="869700"/>
          </a:xfrm>
          <a:prstGeom prst="rect">
            <a:avLst/>
          </a:prstGeom>
          <a:noFill/>
          <a:ln>
            <a:noFill/>
          </a:ln>
        </p:spPr>
        <p:txBody>
          <a:bodyPr spcFirstLastPara="1" wrap="square" lIns="68575" tIns="68575" rIns="68575" bIns="68575" anchor="t" anchorCtr="0">
            <a:noAutofit/>
          </a:bodyPr>
          <a:lstStyle/>
          <a:p>
            <a:pPr marL="0" lvl="0" indent="0" algn="l" rtl="0">
              <a:spcBef>
                <a:spcPts val="0"/>
              </a:spcBef>
              <a:spcAft>
                <a:spcPts val="0"/>
              </a:spcAft>
              <a:buNone/>
            </a:pPr>
            <a:r>
              <a:rPr lang="en-GB" sz="14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rPr>
              <a:t>ARI approximately equals 0.007 which means random guessing </a:t>
            </a:r>
            <a:endParaRPr sz="14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54"/>
          <p:cNvSpPr txBox="1">
            <a:spLocks noGrp="1"/>
          </p:cNvSpPr>
          <p:nvPr>
            <p:ph type="title"/>
          </p:nvPr>
        </p:nvSpPr>
        <p:spPr>
          <a:xfrm>
            <a:off x="2410455" y="575950"/>
            <a:ext cx="6321600" cy="635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300"/>
              <a:buNone/>
            </a:pPr>
            <a:r>
              <a:rPr lang="en-GB" dirty="0"/>
              <a:t>Clustering featured</a:t>
            </a:r>
            <a:endParaRPr dirty="0"/>
          </a:p>
        </p:txBody>
      </p:sp>
      <p:sp>
        <p:nvSpPr>
          <p:cNvPr id="369" name="Google Shape;369;p54"/>
          <p:cNvSpPr txBox="1">
            <a:spLocks noGrp="1"/>
          </p:cNvSpPr>
          <p:nvPr>
            <p:ph type="body" idx="1"/>
          </p:nvPr>
        </p:nvSpPr>
        <p:spPr>
          <a:xfrm>
            <a:off x="2410106" y="1286827"/>
            <a:ext cx="6321600" cy="3330600"/>
          </a:xfrm>
          <a:prstGeom prst="rect">
            <a:avLst/>
          </a:prstGeom>
          <a:noFill/>
          <a:ln>
            <a:noFill/>
          </a:ln>
        </p:spPr>
        <p:txBody>
          <a:bodyPr spcFirstLastPara="1" wrap="square" lIns="91425" tIns="91425" rIns="91425" bIns="91425" anchor="t" anchorCtr="0">
            <a:noAutofit/>
          </a:bodyPr>
          <a:lstStyle/>
          <a:p>
            <a:pPr marL="342900" lvl="0" indent="0" algn="l" rtl="0">
              <a:lnSpc>
                <a:spcPct val="105000"/>
              </a:lnSpc>
              <a:spcBef>
                <a:spcPts val="0"/>
              </a:spcBef>
              <a:spcAft>
                <a:spcPts val="0"/>
              </a:spcAft>
              <a:buNone/>
            </a:pPr>
            <a:endParaRPr/>
          </a:p>
          <a:p>
            <a:pPr marL="342900" lvl="0" indent="0" algn="l" rtl="0">
              <a:lnSpc>
                <a:spcPct val="105000"/>
              </a:lnSpc>
              <a:spcBef>
                <a:spcPts val="1200"/>
              </a:spcBef>
              <a:spcAft>
                <a:spcPts val="0"/>
              </a:spcAft>
              <a:buNone/>
            </a:pPr>
            <a:endParaRPr/>
          </a:p>
          <a:p>
            <a:pPr marL="342900" lvl="0" indent="0" algn="l" rtl="0">
              <a:lnSpc>
                <a:spcPct val="105000"/>
              </a:lnSpc>
              <a:spcBef>
                <a:spcPts val="1200"/>
              </a:spcBef>
              <a:spcAft>
                <a:spcPts val="0"/>
              </a:spcAft>
              <a:buNone/>
            </a:pPr>
            <a:endParaRPr/>
          </a:p>
          <a:p>
            <a:pPr marL="342900" lvl="0" indent="0" algn="l" rtl="0">
              <a:lnSpc>
                <a:spcPct val="105000"/>
              </a:lnSpc>
              <a:spcBef>
                <a:spcPts val="1200"/>
              </a:spcBef>
              <a:spcAft>
                <a:spcPts val="0"/>
              </a:spcAft>
              <a:buNone/>
            </a:pPr>
            <a:endParaRPr/>
          </a:p>
          <a:p>
            <a:pPr marL="342900" lvl="0" indent="0" algn="l" rtl="0">
              <a:lnSpc>
                <a:spcPct val="105000"/>
              </a:lnSpc>
              <a:spcBef>
                <a:spcPts val="1200"/>
              </a:spcBef>
              <a:spcAft>
                <a:spcPts val="0"/>
              </a:spcAft>
              <a:buSzPts val="600"/>
              <a:buNone/>
            </a:pPr>
            <a:endParaRPr/>
          </a:p>
          <a:p>
            <a:pPr marL="342900" lvl="0" indent="0" algn="l" rtl="0">
              <a:lnSpc>
                <a:spcPct val="105000"/>
              </a:lnSpc>
              <a:spcBef>
                <a:spcPts val="1200"/>
              </a:spcBef>
              <a:spcAft>
                <a:spcPts val="0"/>
              </a:spcAft>
              <a:buSzPts val="600"/>
              <a:buNone/>
            </a:pPr>
            <a:endParaRPr/>
          </a:p>
          <a:p>
            <a:pPr marL="342900" lvl="0" indent="0" algn="l" rtl="0">
              <a:lnSpc>
                <a:spcPct val="105000"/>
              </a:lnSpc>
              <a:spcBef>
                <a:spcPts val="1200"/>
              </a:spcBef>
              <a:spcAft>
                <a:spcPts val="0"/>
              </a:spcAft>
              <a:buSzPts val="600"/>
              <a:buNone/>
            </a:pPr>
            <a:endParaRPr/>
          </a:p>
          <a:p>
            <a:pPr marL="0" lvl="0" indent="0" algn="l" rtl="0">
              <a:lnSpc>
                <a:spcPct val="105000"/>
              </a:lnSpc>
              <a:spcBef>
                <a:spcPts val="1200"/>
              </a:spcBef>
              <a:spcAft>
                <a:spcPts val="0"/>
              </a:spcAft>
              <a:buSzPts val="600"/>
              <a:buNone/>
            </a:pPr>
            <a:endParaRPr/>
          </a:p>
          <a:p>
            <a:pPr marL="0" lvl="0" indent="0" algn="l" rtl="0">
              <a:lnSpc>
                <a:spcPct val="105000"/>
              </a:lnSpc>
              <a:spcBef>
                <a:spcPts val="1200"/>
              </a:spcBef>
              <a:spcAft>
                <a:spcPts val="0"/>
              </a:spcAft>
              <a:buSzPts val="600"/>
              <a:buNone/>
            </a:pPr>
            <a:r>
              <a:rPr lang="en-GB"/>
              <a:t>                                         </a:t>
            </a:r>
            <a:endParaRPr/>
          </a:p>
          <a:p>
            <a:pPr marL="0" lvl="0" indent="0" algn="l" rtl="0">
              <a:lnSpc>
                <a:spcPct val="105000"/>
              </a:lnSpc>
              <a:spcBef>
                <a:spcPts val="1200"/>
              </a:spcBef>
              <a:spcAft>
                <a:spcPts val="1200"/>
              </a:spcAft>
              <a:buSzPts val="600"/>
              <a:buNone/>
            </a:pPr>
            <a:endParaRPr/>
          </a:p>
        </p:txBody>
      </p:sp>
      <p:sp>
        <p:nvSpPr>
          <p:cNvPr id="370" name="Google Shape;370;p54"/>
          <p:cNvSpPr txBox="1">
            <a:spLocks noGrp="1"/>
          </p:cNvSpPr>
          <p:nvPr>
            <p:ph type="sldNum" idx="12"/>
          </p:nvPr>
        </p:nvSpPr>
        <p:spPr>
          <a:xfrm>
            <a:off x="6457950" y="4767263"/>
            <a:ext cx="2057400" cy="273900"/>
          </a:xfrm>
          <a:prstGeom prst="rect">
            <a:avLst/>
          </a:prstGeom>
          <a:noFill/>
          <a:ln>
            <a:noFill/>
          </a:ln>
        </p:spPr>
        <p:txBody>
          <a:bodyPr spcFirstLastPara="1" wrap="square" lIns="68575" tIns="68575" rIns="68575" bIns="68575" anchor="ctr" anchorCtr="0">
            <a:normAutofit fontScale="92500" lnSpcReduction="10000"/>
          </a:bodyPr>
          <a:lstStyle/>
          <a:p>
            <a:pPr marL="0" lvl="0" indent="0" algn="r" rtl="0">
              <a:spcBef>
                <a:spcPts val="0"/>
              </a:spcBef>
              <a:spcAft>
                <a:spcPts val="0"/>
              </a:spcAft>
              <a:buClr>
                <a:schemeClr val="dk2"/>
              </a:buClr>
              <a:buSzPts val="1000"/>
              <a:buFont typeface="Lato"/>
              <a:buNone/>
            </a:pPr>
            <a:fld id="{00000000-1234-1234-1234-123412341234}" type="slidenum">
              <a:rPr lang="en-GB"/>
              <a:t>19</a:t>
            </a:fld>
            <a:endParaRPr/>
          </a:p>
        </p:txBody>
      </p:sp>
      <p:sp>
        <p:nvSpPr>
          <p:cNvPr id="371" name="Google Shape;371;p54"/>
          <p:cNvSpPr txBox="1"/>
          <p:nvPr/>
        </p:nvSpPr>
        <p:spPr>
          <a:xfrm>
            <a:off x="319376" y="2087002"/>
            <a:ext cx="186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400">
              <a:solidFill>
                <a:srgbClr val="FF0000"/>
              </a:solidFill>
              <a:latin typeface="Arial"/>
              <a:ea typeface="Arial"/>
              <a:cs typeface="Arial"/>
              <a:sym typeface="Arial"/>
            </a:endParaRPr>
          </a:p>
        </p:txBody>
      </p:sp>
      <p:sp>
        <p:nvSpPr>
          <p:cNvPr id="372" name="Google Shape;372;p54"/>
          <p:cNvSpPr txBox="1"/>
          <p:nvPr/>
        </p:nvSpPr>
        <p:spPr>
          <a:xfrm>
            <a:off x="2603825" y="1211352"/>
            <a:ext cx="6127800" cy="1152600"/>
          </a:xfrm>
          <a:prstGeom prst="rect">
            <a:avLst/>
          </a:prstGeom>
          <a:noFill/>
          <a:ln>
            <a:noFill/>
          </a:ln>
        </p:spPr>
        <p:txBody>
          <a:bodyPr spcFirstLastPara="1" wrap="square" lIns="68575" tIns="68575" rIns="68575" bIns="68575" anchor="t" anchorCtr="0">
            <a:noAutofit/>
          </a:bodyPr>
          <a:lstStyle/>
          <a:p>
            <a:pPr marL="0" lvl="0" indent="0" algn="l" rtl="0">
              <a:spcBef>
                <a:spcPts val="0"/>
              </a:spcBef>
              <a:spcAft>
                <a:spcPts val="0"/>
              </a:spcAft>
              <a:buNone/>
            </a:pPr>
            <a:r>
              <a:rPr lang="en-GB" sz="1400" dirty="0">
                <a:solidFill>
                  <a:schemeClr val="dk2"/>
                </a:solidFill>
                <a:latin typeface="Lato"/>
                <a:ea typeface="Lato"/>
                <a:cs typeface="Lato"/>
                <a:sym typeface="Lato"/>
              </a:rPr>
              <a:t>-</a:t>
            </a:r>
            <a:r>
              <a:rPr lang="en-GB" sz="14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rPr>
              <a:t>Great enhance in ARI due to scaling and logging outliers + combining features</a:t>
            </a:r>
            <a:endParaRPr sz="14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endParaRPr>
          </a:p>
          <a:p>
            <a:pPr marL="0" lvl="0" indent="0" algn="l" rtl="0">
              <a:spcBef>
                <a:spcPts val="0"/>
              </a:spcBef>
              <a:spcAft>
                <a:spcPts val="0"/>
              </a:spcAft>
              <a:buNone/>
            </a:pPr>
            <a:r>
              <a:rPr lang="en-GB" sz="14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rPr>
              <a:t>-Crosstab also shows logic values due to the high amount of less than or equal 50 K label</a:t>
            </a:r>
            <a:endParaRPr sz="1400"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endParaRPr>
          </a:p>
          <a:p>
            <a:pPr marL="0" lvl="0" indent="0" algn="l" rtl="0">
              <a:spcBef>
                <a:spcPts val="0"/>
              </a:spcBef>
              <a:spcAft>
                <a:spcPts val="0"/>
              </a:spcAft>
              <a:buNone/>
            </a:pPr>
            <a:endParaRPr sz="1400" dirty="0">
              <a:solidFill>
                <a:schemeClr val="dk2"/>
              </a:solidFill>
              <a:latin typeface="Lato"/>
              <a:ea typeface="Lato"/>
              <a:cs typeface="Lato"/>
              <a:sym typeface="Lato"/>
            </a:endParaRPr>
          </a:p>
        </p:txBody>
      </p:sp>
      <p:sp>
        <p:nvSpPr>
          <p:cNvPr id="373" name="Google Shape;373;p54"/>
          <p:cNvSpPr txBox="1"/>
          <p:nvPr/>
        </p:nvSpPr>
        <p:spPr>
          <a:xfrm>
            <a:off x="2673713" y="3649003"/>
            <a:ext cx="6127800" cy="869700"/>
          </a:xfrm>
          <a:prstGeom prst="rect">
            <a:avLst/>
          </a:prstGeom>
          <a:noFill/>
          <a:ln>
            <a:noFill/>
          </a:ln>
        </p:spPr>
        <p:txBody>
          <a:bodyPr spcFirstLastPara="1" wrap="square" lIns="68575" tIns="68575" rIns="68575" bIns="68575" anchor="t" anchorCtr="0">
            <a:noAutofit/>
          </a:bodyPr>
          <a:lstStyle/>
          <a:p>
            <a:pPr marL="0" lvl="0" indent="0" algn="l" rtl="0">
              <a:spcBef>
                <a:spcPts val="0"/>
              </a:spcBef>
              <a:spcAft>
                <a:spcPts val="0"/>
              </a:spcAft>
              <a:buNone/>
            </a:pPr>
            <a:endParaRPr sz="1400">
              <a:solidFill>
                <a:schemeClr val="dk2"/>
              </a:solidFill>
              <a:latin typeface="Lato"/>
              <a:ea typeface="Lato"/>
              <a:cs typeface="Lato"/>
              <a:sym typeface="Lato"/>
            </a:endParaRPr>
          </a:p>
        </p:txBody>
      </p:sp>
      <p:pic>
        <p:nvPicPr>
          <p:cNvPr id="374" name="Google Shape;374;p54"/>
          <p:cNvPicPr preferRelativeResize="0"/>
          <p:nvPr/>
        </p:nvPicPr>
        <p:blipFill>
          <a:blip r:embed="rId3">
            <a:alphaModFix/>
          </a:blip>
          <a:stretch>
            <a:fillRect/>
          </a:stretch>
        </p:blipFill>
        <p:spPr>
          <a:xfrm>
            <a:off x="3225675" y="2193625"/>
            <a:ext cx="4646026" cy="21651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55"/>
          <p:cNvSpPr txBox="1">
            <a:spLocks noGrp="1"/>
          </p:cNvSpPr>
          <p:nvPr>
            <p:ph type="title"/>
          </p:nvPr>
        </p:nvSpPr>
        <p:spPr>
          <a:xfrm>
            <a:off x="2410455" y="575950"/>
            <a:ext cx="6321600" cy="635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300"/>
              <a:buNone/>
            </a:pPr>
            <a:r>
              <a:rPr lang="en-GB"/>
              <a:t>Compare 3 models with different K</a:t>
            </a:r>
            <a:endParaRPr/>
          </a:p>
        </p:txBody>
      </p:sp>
      <p:sp>
        <p:nvSpPr>
          <p:cNvPr id="380" name="Google Shape;380;p55"/>
          <p:cNvSpPr txBox="1">
            <a:spLocks noGrp="1"/>
          </p:cNvSpPr>
          <p:nvPr>
            <p:ph type="body" idx="1"/>
          </p:nvPr>
        </p:nvSpPr>
        <p:spPr>
          <a:xfrm>
            <a:off x="2410106" y="1286827"/>
            <a:ext cx="6321600" cy="3330600"/>
          </a:xfrm>
          <a:prstGeom prst="rect">
            <a:avLst/>
          </a:prstGeom>
          <a:noFill/>
          <a:ln>
            <a:noFill/>
          </a:ln>
        </p:spPr>
        <p:txBody>
          <a:bodyPr spcFirstLastPara="1" wrap="square" lIns="91425" tIns="91425" rIns="91425" bIns="91425" anchor="t" anchorCtr="0">
            <a:noAutofit/>
          </a:bodyPr>
          <a:lstStyle/>
          <a:p>
            <a:pPr marL="342900" lvl="0" indent="0" algn="l" rtl="0">
              <a:lnSpc>
                <a:spcPct val="105000"/>
              </a:lnSpc>
              <a:spcBef>
                <a:spcPts val="0"/>
              </a:spcBef>
              <a:spcAft>
                <a:spcPts val="0"/>
              </a:spcAft>
              <a:buNone/>
            </a:pPr>
            <a:endParaRPr/>
          </a:p>
          <a:p>
            <a:pPr marL="342900" lvl="0" indent="0" algn="l" rtl="0">
              <a:lnSpc>
                <a:spcPct val="105000"/>
              </a:lnSpc>
              <a:spcBef>
                <a:spcPts val="1200"/>
              </a:spcBef>
              <a:spcAft>
                <a:spcPts val="0"/>
              </a:spcAft>
              <a:buNone/>
            </a:pPr>
            <a:endParaRPr/>
          </a:p>
          <a:p>
            <a:pPr marL="342900" lvl="0" indent="0" algn="l" rtl="0">
              <a:lnSpc>
                <a:spcPct val="105000"/>
              </a:lnSpc>
              <a:spcBef>
                <a:spcPts val="1200"/>
              </a:spcBef>
              <a:spcAft>
                <a:spcPts val="0"/>
              </a:spcAft>
              <a:buNone/>
            </a:pPr>
            <a:endParaRPr/>
          </a:p>
          <a:p>
            <a:pPr marL="342900" lvl="0" indent="0" algn="l" rtl="0">
              <a:lnSpc>
                <a:spcPct val="105000"/>
              </a:lnSpc>
              <a:spcBef>
                <a:spcPts val="1200"/>
              </a:spcBef>
              <a:spcAft>
                <a:spcPts val="0"/>
              </a:spcAft>
              <a:buNone/>
            </a:pPr>
            <a:endParaRPr/>
          </a:p>
          <a:p>
            <a:pPr marL="342900" lvl="0" indent="0" algn="l" rtl="0">
              <a:lnSpc>
                <a:spcPct val="105000"/>
              </a:lnSpc>
              <a:spcBef>
                <a:spcPts val="1200"/>
              </a:spcBef>
              <a:spcAft>
                <a:spcPts val="0"/>
              </a:spcAft>
              <a:buSzPts val="600"/>
              <a:buNone/>
            </a:pPr>
            <a:endParaRPr/>
          </a:p>
          <a:p>
            <a:pPr marL="342900" lvl="0" indent="0" algn="l" rtl="0">
              <a:lnSpc>
                <a:spcPct val="105000"/>
              </a:lnSpc>
              <a:spcBef>
                <a:spcPts val="1200"/>
              </a:spcBef>
              <a:spcAft>
                <a:spcPts val="0"/>
              </a:spcAft>
              <a:buSzPts val="600"/>
              <a:buNone/>
            </a:pPr>
            <a:endParaRPr/>
          </a:p>
          <a:p>
            <a:pPr marL="342900" lvl="0" indent="0" algn="l" rtl="0">
              <a:lnSpc>
                <a:spcPct val="105000"/>
              </a:lnSpc>
              <a:spcBef>
                <a:spcPts val="1200"/>
              </a:spcBef>
              <a:spcAft>
                <a:spcPts val="0"/>
              </a:spcAft>
              <a:buSzPts val="600"/>
              <a:buNone/>
            </a:pPr>
            <a:endParaRPr/>
          </a:p>
          <a:p>
            <a:pPr marL="0" lvl="0" indent="0" algn="l" rtl="0">
              <a:lnSpc>
                <a:spcPct val="105000"/>
              </a:lnSpc>
              <a:spcBef>
                <a:spcPts val="1200"/>
              </a:spcBef>
              <a:spcAft>
                <a:spcPts val="0"/>
              </a:spcAft>
              <a:buSzPts val="600"/>
              <a:buNone/>
            </a:pPr>
            <a:endParaRPr/>
          </a:p>
          <a:p>
            <a:pPr marL="0" lvl="0" indent="0" algn="l" rtl="0">
              <a:lnSpc>
                <a:spcPct val="105000"/>
              </a:lnSpc>
              <a:spcBef>
                <a:spcPts val="1200"/>
              </a:spcBef>
              <a:spcAft>
                <a:spcPts val="0"/>
              </a:spcAft>
              <a:buSzPts val="600"/>
              <a:buNone/>
            </a:pPr>
            <a:r>
              <a:rPr lang="en-GB"/>
              <a:t>                                         </a:t>
            </a:r>
            <a:endParaRPr/>
          </a:p>
          <a:p>
            <a:pPr marL="0" lvl="0" indent="0" algn="l" rtl="0">
              <a:lnSpc>
                <a:spcPct val="105000"/>
              </a:lnSpc>
              <a:spcBef>
                <a:spcPts val="1200"/>
              </a:spcBef>
              <a:spcAft>
                <a:spcPts val="1200"/>
              </a:spcAft>
              <a:buSzPts val="600"/>
              <a:buNone/>
            </a:pPr>
            <a:endParaRPr/>
          </a:p>
        </p:txBody>
      </p:sp>
      <p:sp>
        <p:nvSpPr>
          <p:cNvPr id="381" name="Google Shape;381;p55"/>
          <p:cNvSpPr txBox="1">
            <a:spLocks noGrp="1"/>
          </p:cNvSpPr>
          <p:nvPr>
            <p:ph type="sldNum" idx="12"/>
          </p:nvPr>
        </p:nvSpPr>
        <p:spPr>
          <a:xfrm>
            <a:off x="6457950" y="4767263"/>
            <a:ext cx="2057400" cy="273900"/>
          </a:xfrm>
          <a:prstGeom prst="rect">
            <a:avLst/>
          </a:prstGeom>
          <a:noFill/>
          <a:ln>
            <a:noFill/>
          </a:ln>
        </p:spPr>
        <p:txBody>
          <a:bodyPr spcFirstLastPara="1" wrap="square" lIns="68575" tIns="68575" rIns="68575" bIns="68575" anchor="ctr" anchorCtr="0">
            <a:normAutofit fontScale="92500" lnSpcReduction="10000"/>
          </a:bodyPr>
          <a:lstStyle/>
          <a:p>
            <a:pPr marL="0" lvl="0" indent="0" algn="r" rtl="0">
              <a:spcBef>
                <a:spcPts val="0"/>
              </a:spcBef>
              <a:spcAft>
                <a:spcPts val="0"/>
              </a:spcAft>
              <a:buClr>
                <a:schemeClr val="dk2"/>
              </a:buClr>
              <a:buSzPts val="1000"/>
              <a:buFont typeface="Lato"/>
              <a:buNone/>
            </a:pPr>
            <a:fld id="{00000000-1234-1234-1234-123412341234}" type="slidenum">
              <a:rPr lang="en-GB"/>
              <a:t>20</a:t>
            </a:fld>
            <a:endParaRPr/>
          </a:p>
        </p:txBody>
      </p:sp>
      <p:sp>
        <p:nvSpPr>
          <p:cNvPr id="382" name="Google Shape;382;p55"/>
          <p:cNvSpPr txBox="1"/>
          <p:nvPr/>
        </p:nvSpPr>
        <p:spPr>
          <a:xfrm>
            <a:off x="319376" y="2087002"/>
            <a:ext cx="18699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endParaRPr sz="1400">
              <a:solidFill>
                <a:srgbClr val="FF0000"/>
              </a:solidFill>
              <a:latin typeface="Arial"/>
              <a:ea typeface="Arial"/>
              <a:cs typeface="Arial"/>
              <a:sym typeface="Arial"/>
            </a:endParaRPr>
          </a:p>
        </p:txBody>
      </p:sp>
      <p:sp>
        <p:nvSpPr>
          <p:cNvPr id="383" name="Google Shape;383;p55"/>
          <p:cNvSpPr txBox="1"/>
          <p:nvPr/>
        </p:nvSpPr>
        <p:spPr>
          <a:xfrm>
            <a:off x="2603831" y="1494394"/>
            <a:ext cx="6127800" cy="869700"/>
          </a:xfrm>
          <a:prstGeom prst="rect">
            <a:avLst/>
          </a:prstGeom>
          <a:noFill/>
          <a:ln>
            <a:noFill/>
          </a:ln>
        </p:spPr>
        <p:txBody>
          <a:bodyPr spcFirstLastPara="1" wrap="square" lIns="68575" tIns="68575" rIns="68575" bIns="68575" anchor="t" anchorCtr="0">
            <a:noAutofit/>
          </a:bodyPr>
          <a:lstStyle/>
          <a:p>
            <a:pPr marL="0" lvl="0" indent="0" algn="l" rtl="0">
              <a:spcBef>
                <a:spcPts val="0"/>
              </a:spcBef>
              <a:spcAft>
                <a:spcPts val="0"/>
              </a:spcAft>
              <a:buNone/>
            </a:pPr>
            <a:endParaRPr sz="1400">
              <a:solidFill>
                <a:schemeClr val="dk2"/>
              </a:solidFill>
              <a:latin typeface="Lato"/>
              <a:ea typeface="Lato"/>
              <a:cs typeface="Lato"/>
              <a:sym typeface="Lato"/>
            </a:endParaRPr>
          </a:p>
        </p:txBody>
      </p:sp>
      <p:sp>
        <p:nvSpPr>
          <p:cNvPr id="384" name="Google Shape;384;p55"/>
          <p:cNvSpPr txBox="1"/>
          <p:nvPr/>
        </p:nvSpPr>
        <p:spPr>
          <a:xfrm>
            <a:off x="2603825" y="3659025"/>
            <a:ext cx="6006300" cy="983100"/>
          </a:xfrm>
          <a:prstGeom prst="rect">
            <a:avLst/>
          </a:prstGeom>
          <a:noFill/>
          <a:ln>
            <a:noFill/>
          </a:ln>
        </p:spPr>
        <p:txBody>
          <a:bodyPr spcFirstLastPara="1" wrap="square" lIns="68575" tIns="68575" rIns="68575" bIns="68575" anchor="t" anchorCtr="0">
            <a:noAutofit/>
          </a:bodyPr>
          <a:lstStyle/>
          <a:p>
            <a:pPr marL="0" lvl="0" indent="0" algn="l" rtl="0">
              <a:spcBef>
                <a:spcPts val="0"/>
              </a:spcBef>
              <a:spcAft>
                <a:spcPts val="0"/>
              </a:spcAft>
              <a:buNone/>
            </a:pPr>
            <a:r>
              <a:rPr lang="en-GB" dirty="0">
                <a:solidFill>
                  <a:schemeClr val="dk2"/>
                </a:solidFill>
                <a:latin typeface="Lato"/>
                <a:ea typeface="Lato"/>
                <a:cs typeface="Lato"/>
                <a:sym typeface="Lato"/>
              </a:rPr>
              <a:t>-</a:t>
            </a:r>
            <a:r>
              <a:rPr lang="en-GB"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rPr>
              <a:t>Silhouette good values indicate good separation of clusters into different groups but does not guarantee that this groups are the same </a:t>
            </a:r>
            <a:r>
              <a:rPr lang="en-GB" dirty="0" err="1">
                <a:solidFill>
                  <a:schemeClr val="dk2"/>
                </a:solidFill>
                <a:latin typeface="Calibri" panose="020F0502020204030204" pitchFamily="34" charset="0"/>
                <a:ea typeface="Calibri" panose="020F0502020204030204" pitchFamily="34" charset="0"/>
                <a:cs typeface="Calibri" panose="020F0502020204030204" pitchFamily="34" charset="0"/>
                <a:sym typeface="Lato"/>
              </a:rPr>
              <a:t>labeled</a:t>
            </a:r>
            <a:r>
              <a:rPr lang="en-GB"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rPr>
              <a:t> groups</a:t>
            </a:r>
            <a:endParaRPr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endParaRPr>
          </a:p>
          <a:p>
            <a:pPr marL="0" lvl="0" indent="0" algn="l" rtl="0">
              <a:spcBef>
                <a:spcPts val="0"/>
              </a:spcBef>
              <a:spcAft>
                <a:spcPts val="0"/>
              </a:spcAft>
              <a:buNone/>
            </a:pPr>
            <a:r>
              <a:rPr lang="en-GB"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rPr>
              <a:t>-Enhance in ARI after feature </a:t>
            </a:r>
            <a:r>
              <a:rPr lang="en-GB" dirty="0" err="1">
                <a:solidFill>
                  <a:schemeClr val="dk2"/>
                </a:solidFill>
                <a:latin typeface="Calibri" panose="020F0502020204030204" pitchFamily="34" charset="0"/>
                <a:ea typeface="Calibri" panose="020F0502020204030204" pitchFamily="34" charset="0"/>
                <a:cs typeface="Calibri" panose="020F0502020204030204" pitchFamily="34" charset="0"/>
                <a:sym typeface="Lato"/>
              </a:rPr>
              <a:t>eng,however</a:t>
            </a:r>
            <a:r>
              <a:rPr lang="en-GB"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rPr>
              <a:t> values is still low due to the </a:t>
            </a:r>
            <a:r>
              <a:rPr lang="en-GB" dirty="0" err="1">
                <a:solidFill>
                  <a:schemeClr val="dk2"/>
                </a:solidFill>
                <a:latin typeface="Calibri" panose="020F0502020204030204" pitchFamily="34" charset="0"/>
                <a:ea typeface="Calibri" panose="020F0502020204030204" pitchFamily="34" charset="0"/>
                <a:cs typeface="Calibri" panose="020F0502020204030204" pitchFamily="34" charset="0"/>
                <a:sym typeface="Lato"/>
              </a:rPr>
              <a:t>unlabeled</a:t>
            </a:r>
            <a:r>
              <a:rPr lang="en-GB"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rPr>
              <a:t> target so lets transfer now to second phase of supervised learning</a:t>
            </a:r>
            <a:endParaRPr dirty="0">
              <a:solidFill>
                <a:schemeClr val="dk2"/>
              </a:solidFill>
              <a:latin typeface="Calibri" panose="020F0502020204030204" pitchFamily="34" charset="0"/>
              <a:ea typeface="Calibri" panose="020F0502020204030204" pitchFamily="34" charset="0"/>
              <a:cs typeface="Calibri" panose="020F0502020204030204" pitchFamily="34" charset="0"/>
              <a:sym typeface="Lato"/>
            </a:endParaRPr>
          </a:p>
        </p:txBody>
      </p:sp>
      <p:graphicFrame>
        <p:nvGraphicFramePr>
          <p:cNvPr id="385" name="Google Shape;385;p55"/>
          <p:cNvGraphicFramePr/>
          <p:nvPr/>
        </p:nvGraphicFramePr>
        <p:xfrm>
          <a:off x="2634700" y="1211338"/>
          <a:ext cx="5872400" cy="2322525"/>
        </p:xfrm>
        <a:graphic>
          <a:graphicData uri="http://schemas.openxmlformats.org/drawingml/2006/table">
            <a:tbl>
              <a:tblPr>
                <a:noFill/>
                <a:tableStyleId>{68743728-9FBD-4B8E-9F55-8127AA9A19A7}</a:tableStyleId>
              </a:tblPr>
              <a:tblGrid>
                <a:gridCol w="1252850">
                  <a:extLst>
                    <a:ext uri="{9D8B030D-6E8A-4147-A177-3AD203B41FA5}">
                      <a16:colId xmlns:a16="http://schemas.microsoft.com/office/drawing/2014/main" val="20000"/>
                    </a:ext>
                  </a:extLst>
                </a:gridCol>
                <a:gridCol w="1446200">
                  <a:extLst>
                    <a:ext uri="{9D8B030D-6E8A-4147-A177-3AD203B41FA5}">
                      <a16:colId xmlns:a16="http://schemas.microsoft.com/office/drawing/2014/main" val="20001"/>
                    </a:ext>
                  </a:extLst>
                </a:gridCol>
                <a:gridCol w="1446200">
                  <a:extLst>
                    <a:ext uri="{9D8B030D-6E8A-4147-A177-3AD203B41FA5}">
                      <a16:colId xmlns:a16="http://schemas.microsoft.com/office/drawing/2014/main" val="20002"/>
                    </a:ext>
                  </a:extLst>
                </a:gridCol>
                <a:gridCol w="1727150">
                  <a:extLst>
                    <a:ext uri="{9D8B030D-6E8A-4147-A177-3AD203B41FA5}">
                      <a16:colId xmlns:a16="http://schemas.microsoft.com/office/drawing/2014/main" val="20003"/>
                    </a:ext>
                  </a:extLst>
                </a:gridCol>
              </a:tblGrid>
              <a:tr h="774175">
                <a:tc>
                  <a:txBody>
                    <a:bodyPr/>
                    <a:lstStyle/>
                    <a:p>
                      <a:pPr marL="0" lvl="0" indent="0" algn="l" rtl="0">
                        <a:spcBef>
                          <a:spcPts val="0"/>
                        </a:spcBef>
                        <a:spcAft>
                          <a:spcPts val="0"/>
                        </a:spcAft>
                        <a:buNone/>
                      </a:pPr>
                      <a:r>
                        <a:rPr lang="en-GB"/>
                        <a:t>Number of Clusters</a:t>
                      </a:r>
                      <a:endParaRPr/>
                    </a:p>
                  </a:txBody>
                  <a:tcPr marL="91425" marR="91425" marT="91425" marB="91425">
                    <a:solidFill>
                      <a:srgbClr val="A4C2F4"/>
                    </a:solidFill>
                  </a:tcPr>
                </a:tc>
                <a:tc>
                  <a:txBody>
                    <a:bodyPr/>
                    <a:lstStyle/>
                    <a:p>
                      <a:pPr marL="0" lvl="0" indent="0" algn="l" rtl="0">
                        <a:spcBef>
                          <a:spcPts val="0"/>
                        </a:spcBef>
                        <a:spcAft>
                          <a:spcPts val="0"/>
                        </a:spcAft>
                        <a:buNone/>
                      </a:pPr>
                      <a:r>
                        <a:rPr lang="en-GB"/>
                        <a:t>K=2</a:t>
                      </a:r>
                      <a:endParaRPr/>
                    </a:p>
                  </a:txBody>
                  <a:tcPr marL="91425" marR="91425" marT="91425" marB="91425">
                    <a:solidFill>
                      <a:srgbClr val="A4C2F4"/>
                    </a:solidFill>
                  </a:tcPr>
                </a:tc>
                <a:tc>
                  <a:txBody>
                    <a:bodyPr/>
                    <a:lstStyle/>
                    <a:p>
                      <a:pPr marL="0" lvl="0" indent="0" algn="l" rtl="0">
                        <a:spcBef>
                          <a:spcPts val="0"/>
                        </a:spcBef>
                        <a:spcAft>
                          <a:spcPts val="0"/>
                        </a:spcAft>
                        <a:buNone/>
                      </a:pPr>
                      <a:r>
                        <a:rPr lang="en-GB"/>
                        <a:t>K=3</a:t>
                      </a:r>
                      <a:endParaRPr/>
                    </a:p>
                  </a:txBody>
                  <a:tcPr marL="91425" marR="91425" marT="91425" marB="91425">
                    <a:solidFill>
                      <a:srgbClr val="A4C2F4"/>
                    </a:solidFill>
                  </a:tcPr>
                </a:tc>
                <a:tc>
                  <a:txBody>
                    <a:bodyPr/>
                    <a:lstStyle/>
                    <a:p>
                      <a:pPr marL="0" lvl="0" indent="0" algn="l" rtl="0">
                        <a:spcBef>
                          <a:spcPts val="0"/>
                        </a:spcBef>
                        <a:spcAft>
                          <a:spcPts val="0"/>
                        </a:spcAft>
                        <a:buNone/>
                      </a:pPr>
                      <a:r>
                        <a:rPr lang="en-GB"/>
                        <a:t>K=5</a:t>
                      </a:r>
                      <a:endParaRPr/>
                    </a:p>
                  </a:txBody>
                  <a:tcPr marL="91425" marR="91425" marT="91425" marB="91425">
                    <a:solidFill>
                      <a:srgbClr val="A4C2F4"/>
                    </a:solidFill>
                  </a:tcPr>
                </a:tc>
                <a:extLst>
                  <a:ext uri="{0D108BD9-81ED-4DB2-BD59-A6C34878D82A}">
                    <a16:rowId xmlns:a16="http://schemas.microsoft.com/office/drawing/2014/main" val="10000"/>
                  </a:ext>
                </a:extLst>
              </a:tr>
              <a:tr h="774175">
                <a:tc>
                  <a:txBody>
                    <a:bodyPr/>
                    <a:lstStyle/>
                    <a:p>
                      <a:pPr marL="0" lvl="0" indent="0" algn="l" rtl="0">
                        <a:spcBef>
                          <a:spcPts val="0"/>
                        </a:spcBef>
                        <a:spcAft>
                          <a:spcPts val="0"/>
                        </a:spcAft>
                        <a:buNone/>
                      </a:pPr>
                      <a:r>
                        <a:rPr lang="en-GB"/>
                        <a:t>ARI</a:t>
                      </a:r>
                      <a:endParaRPr/>
                    </a:p>
                  </a:txBody>
                  <a:tcPr marL="91425" marR="91425" marT="91425" marB="91425"/>
                </a:tc>
                <a:tc>
                  <a:txBody>
                    <a:bodyPr/>
                    <a:lstStyle/>
                    <a:p>
                      <a:pPr marL="0" lvl="0" indent="0" algn="l" rtl="0">
                        <a:spcBef>
                          <a:spcPts val="0"/>
                        </a:spcBef>
                        <a:spcAft>
                          <a:spcPts val="0"/>
                        </a:spcAft>
                        <a:buNone/>
                      </a:pPr>
                      <a:r>
                        <a:rPr lang="en-GB"/>
                        <a:t>0.16</a:t>
                      </a:r>
                      <a:endParaRPr/>
                    </a:p>
                  </a:txBody>
                  <a:tcPr marL="91425" marR="91425" marT="91425" marB="91425"/>
                </a:tc>
                <a:tc>
                  <a:txBody>
                    <a:bodyPr/>
                    <a:lstStyle/>
                    <a:p>
                      <a:pPr marL="0" lvl="0" indent="0" algn="l" rtl="0">
                        <a:spcBef>
                          <a:spcPts val="0"/>
                        </a:spcBef>
                        <a:spcAft>
                          <a:spcPts val="0"/>
                        </a:spcAft>
                        <a:buNone/>
                      </a:pPr>
                      <a:r>
                        <a:rPr lang="en-GB"/>
                        <a:t>0.20</a:t>
                      </a:r>
                      <a:endParaRPr/>
                    </a:p>
                  </a:txBody>
                  <a:tcPr marL="91425" marR="91425" marT="91425" marB="91425"/>
                </a:tc>
                <a:tc>
                  <a:txBody>
                    <a:bodyPr/>
                    <a:lstStyle/>
                    <a:p>
                      <a:pPr marL="0" lvl="0" indent="0" algn="l" rtl="0">
                        <a:spcBef>
                          <a:spcPts val="0"/>
                        </a:spcBef>
                        <a:spcAft>
                          <a:spcPts val="0"/>
                        </a:spcAft>
                        <a:buNone/>
                      </a:pPr>
                      <a:r>
                        <a:rPr lang="en-GB"/>
                        <a:t>0.20</a:t>
                      </a:r>
                      <a:endParaRPr/>
                    </a:p>
                  </a:txBody>
                  <a:tcPr marL="91425" marR="91425" marT="91425" marB="91425"/>
                </a:tc>
                <a:extLst>
                  <a:ext uri="{0D108BD9-81ED-4DB2-BD59-A6C34878D82A}">
                    <a16:rowId xmlns:a16="http://schemas.microsoft.com/office/drawing/2014/main" val="10001"/>
                  </a:ext>
                </a:extLst>
              </a:tr>
              <a:tr h="774175">
                <a:tc>
                  <a:txBody>
                    <a:bodyPr/>
                    <a:lstStyle/>
                    <a:p>
                      <a:pPr marL="0" lvl="0" indent="0" algn="l" rtl="0">
                        <a:spcBef>
                          <a:spcPts val="0"/>
                        </a:spcBef>
                        <a:spcAft>
                          <a:spcPts val="0"/>
                        </a:spcAft>
                        <a:buNone/>
                      </a:pPr>
                      <a:r>
                        <a:rPr lang="en-GB"/>
                        <a:t>Silhouette</a:t>
                      </a:r>
                      <a:endParaRPr/>
                    </a:p>
                  </a:txBody>
                  <a:tcPr marL="91425" marR="91425" marT="91425" marB="91425"/>
                </a:tc>
                <a:tc>
                  <a:txBody>
                    <a:bodyPr/>
                    <a:lstStyle/>
                    <a:p>
                      <a:pPr marL="0" lvl="0" indent="0" algn="l" rtl="0">
                        <a:spcBef>
                          <a:spcPts val="0"/>
                        </a:spcBef>
                        <a:spcAft>
                          <a:spcPts val="0"/>
                        </a:spcAft>
                        <a:buNone/>
                      </a:pPr>
                      <a:r>
                        <a:rPr lang="en-GB"/>
                        <a:t>0.53</a:t>
                      </a:r>
                      <a:endParaRPr/>
                    </a:p>
                  </a:txBody>
                  <a:tcPr marL="91425" marR="91425" marT="91425" marB="91425"/>
                </a:tc>
                <a:tc>
                  <a:txBody>
                    <a:bodyPr/>
                    <a:lstStyle/>
                    <a:p>
                      <a:pPr marL="0" lvl="0" indent="0" algn="l" rtl="0">
                        <a:spcBef>
                          <a:spcPts val="0"/>
                        </a:spcBef>
                        <a:spcAft>
                          <a:spcPts val="0"/>
                        </a:spcAft>
                        <a:buNone/>
                      </a:pPr>
                      <a:r>
                        <a:rPr lang="en-GB"/>
                        <a:t>0.55</a:t>
                      </a:r>
                      <a:endParaRPr/>
                    </a:p>
                  </a:txBody>
                  <a:tcPr marL="91425" marR="91425" marT="91425" marB="91425"/>
                </a:tc>
                <a:tc>
                  <a:txBody>
                    <a:bodyPr/>
                    <a:lstStyle/>
                    <a:p>
                      <a:pPr marL="0" lvl="0" indent="0" algn="l" rtl="0">
                        <a:spcBef>
                          <a:spcPts val="0"/>
                        </a:spcBef>
                        <a:spcAft>
                          <a:spcPts val="0"/>
                        </a:spcAft>
                        <a:buNone/>
                      </a:pPr>
                      <a:r>
                        <a:rPr lang="en-GB"/>
                        <a:t>0.5</a:t>
                      </a:r>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56"/>
          <p:cNvSpPr txBox="1">
            <a:spLocks noGrp="1"/>
          </p:cNvSpPr>
          <p:nvPr>
            <p:ph type="title"/>
          </p:nvPr>
        </p:nvSpPr>
        <p:spPr>
          <a:xfrm>
            <a:off x="853950" y="1304850"/>
            <a:ext cx="7436100" cy="2313000"/>
          </a:xfrm>
          <a:prstGeom prst="rect">
            <a:avLst/>
          </a:prstGeom>
        </p:spPr>
        <p:txBody>
          <a:bodyPr spcFirstLastPara="1" wrap="square" lIns="68575" tIns="68575" rIns="68575" bIns="68575" anchor="ctr" anchorCtr="0">
            <a:normAutofit/>
          </a:bodyPr>
          <a:lstStyle/>
          <a:p>
            <a:pPr marL="0" lvl="0" indent="0" algn="l" rtl="0">
              <a:lnSpc>
                <a:spcPct val="115000"/>
              </a:lnSpc>
              <a:spcBef>
                <a:spcPts val="0"/>
              </a:spcBef>
              <a:spcAft>
                <a:spcPts val="0"/>
              </a:spcAft>
              <a:buClr>
                <a:schemeClr val="dk2"/>
              </a:buClr>
              <a:buSzPct val="38824"/>
              <a:buFont typeface="Arial"/>
              <a:buNone/>
            </a:pPr>
            <a:r>
              <a:rPr lang="en-GB" sz="2550">
                <a:solidFill>
                  <a:schemeClr val="dk2"/>
                </a:solidFill>
                <a:latin typeface="Calibri"/>
                <a:ea typeface="Calibri"/>
                <a:cs typeface="Calibri"/>
                <a:sym typeface="Calibri"/>
              </a:rPr>
              <a:t>Supervised Learning Introduction</a:t>
            </a:r>
            <a:endParaRPr sz="255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320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a:solidFill>
                <a:schemeClr val="dk2"/>
              </a:solidFill>
              <a:latin typeface="Calibri"/>
              <a:ea typeface="Calibri"/>
              <a:cs typeface="Calibri"/>
              <a:sym typeface="Calibri"/>
            </a:endParaRPr>
          </a:p>
          <a:p>
            <a:pPr marL="0" lvl="0" indent="0" algn="ctr" rtl="0">
              <a:spcBef>
                <a:spcPts val="0"/>
              </a:spcBef>
              <a:spcAft>
                <a:spcPts val="0"/>
              </a:spcAft>
              <a:buNone/>
            </a:pPr>
            <a:endParaRPr/>
          </a:p>
        </p:txBody>
      </p:sp>
      <p:sp>
        <p:nvSpPr>
          <p:cNvPr id="391" name="Google Shape;391;p56"/>
          <p:cNvSpPr txBox="1">
            <a:spLocks noGrp="1"/>
          </p:cNvSpPr>
          <p:nvPr>
            <p:ph type="body" idx="1"/>
          </p:nvPr>
        </p:nvSpPr>
        <p:spPr>
          <a:xfrm>
            <a:off x="740350" y="1045700"/>
            <a:ext cx="7992300" cy="2991600"/>
          </a:xfrm>
          <a:prstGeom prst="rect">
            <a:avLst/>
          </a:prstGeom>
        </p:spPr>
        <p:txBody>
          <a:bodyPr spcFirstLastPara="1" wrap="square" lIns="68575" tIns="68575" rIns="68575" bIns="68575" anchor="t" anchorCtr="0">
            <a:noAutofit/>
          </a:bodyPr>
          <a:lstStyle/>
          <a:p>
            <a:pPr marL="457200" lvl="0" indent="-317500" algn="just" rtl="0">
              <a:spcBef>
                <a:spcPts val="0"/>
              </a:spcBef>
              <a:spcAft>
                <a:spcPts val="0"/>
              </a:spcAft>
              <a:buSzPts val="1400"/>
              <a:buFont typeface="Calibri"/>
              <a:buChar char="●"/>
            </a:pPr>
            <a:r>
              <a:rPr lang="en-GB" b="1">
                <a:latin typeface="Calibri"/>
                <a:ea typeface="Calibri"/>
                <a:cs typeface="Calibri"/>
                <a:sym typeface="Calibri"/>
              </a:rPr>
              <a:t>Supervised learning uses labelled data:</a:t>
            </a:r>
            <a:r>
              <a:rPr lang="en-GB">
                <a:latin typeface="Calibri"/>
                <a:ea typeface="Calibri"/>
                <a:cs typeface="Calibri"/>
                <a:sym typeface="Calibri"/>
              </a:rPr>
              <a:t> Each training example contains input features and a known target label. The algorithm learns patterns that connect the feature values to the correct output class.</a:t>
            </a:r>
            <a:endParaRPr>
              <a:latin typeface="Calibri"/>
              <a:ea typeface="Calibri"/>
              <a:cs typeface="Calibri"/>
              <a:sym typeface="Calibri"/>
            </a:endParaRPr>
          </a:p>
          <a:p>
            <a:pPr marL="457200" lvl="0" indent="-317500" algn="just" rtl="0">
              <a:spcBef>
                <a:spcPts val="0"/>
              </a:spcBef>
              <a:spcAft>
                <a:spcPts val="0"/>
              </a:spcAft>
              <a:buSzPts val="1400"/>
              <a:buFont typeface="Calibri"/>
              <a:buChar char="●"/>
            </a:pPr>
            <a:r>
              <a:rPr lang="en-GB" b="1">
                <a:latin typeface="Calibri"/>
                <a:ea typeface="Calibri"/>
                <a:cs typeface="Calibri"/>
                <a:sym typeface="Calibri"/>
              </a:rPr>
              <a:t>Testing measures performance on unseen data:</a:t>
            </a:r>
            <a:r>
              <a:rPr lang="en-GB">
                <a:latin typeface="Calibri"/>
                <a:ea typeface="Calibri"/>
                <a:cs typeface="Calibri"/>
                <a:sym typeface="Calibri"/>
              </a:rPr>
              <a:t> After training, predictions are made on separate test data. This checks whether the model generalizes beyond the examples it already saw.</a:t>
            </a:r>
            <a:endParaRPr>
              <a:latin typeface="Calibri"/>
              <a:ea typeface="Calibri"/>
              <a:cs typeface="Calibri"/>
              <a:sym typeface="Calibri"/>
            </a:endParaRPr>
          </a:p>
          <a:p>
            <a:pPr marL="457200" lvl="0" indent="-317500" algn="just" rtl="0">
              <a:spcBef>
                <a:spcPts val="0"/>
              </a:spcBef>
              <a:spcAft>
                <a:spcPts val="0"/>
              </a:spcAft>
              <a:buSzPts val="1400"/>
              <a:buFont typeface="Calibri"/>
              <a:buChar char="●"/>
            </a:pPr>
            <a:r>
              <a:rPr lang="en-GB" b="1">
                <a:latin typeface="Calibri"/>
                <a:ea typeface="Calibri"/>
                <a:cs typeface="Calibri"/>
                <a:sym typeface="Calibri"/>
              </a:rPr>
              <a:t>The model learns from training data:</a:t>
            </a:r>
            <a:r>
              <a:rPr lang="en-GB">
                <a:latin typeface="Calibri"/>
                <a:ea typeface="Calibri"/>
                <a:cs typeface="Calibri"/>
                <a:sym typeface="Calibri"/>
              </a:rPr>
              <a:t> During training, the model estimates decision rules or mathematical relationships using examples where the correct answer is already available.</a:t>
            </a:r>
            <a:endParaRPr>
              <a:latin typeface="Calibri"/>
              <a:ea typeface="Calibri"/>
              <a:cs typeface="Calibri"/>
              <a:sym typeface="Calibri"/>
            </a:endParaRPr>
          </a:p>
          <a:p>
            <a:pPr marL="457200" lvl="0" indent="-317500" algn="just" rtl="0">
              <a:spcBef>
                <a:spcPts val="0"/>
              </a:spcBef>
              <a:spcAft>
                <a:spcPts val="0"/>
              </a:spcAft>
              <a:buSzPts val="1400"/>
              <a:buFont typeface="Calibri"/>
              <a:buChar char="●"/>
            </a:pPr>
            <a:r>
              <a:rPr lang="en-GB" b="1">
                <a:latin typeface="Calibri"/>
                <a:ea typeface="Calibri"/>
                <a:cs typeface="Calibri"/>
                <a:sym typeface="Calibri"/>
              </a:rPr>
              <a:t>This project focuses on classification accuracy:</a:t>
            </a:r>
            <a:r>
              <a:rPr lang="en-GB">
                <a:latin typeface="Calibri"/>
                <a:ea typeface="Calibri"/>
                <a:cs typeface="Calibri"/>
                <a:sym typeface="Calibri"/>
              </a:rPr>
              <a:t> The goal is to compare supervised classification models and observe how cleaning, feature engineering, and model tuning change prediction accuracy.</a:t>
            </a:r>
            <a:endParaRPr>
              <a:latin typeface="Calibri"/>
              <a:ea typeface="Calibri"/>
              <a:cs typeface="Calibri"/>
              <a:sym typeface="Calibri"/>
            </a:endParaRPr>
          </a:p>
          <a:p>
            <a:pPr marL="457200" lvl="0" indent="0" algn="just" rtl="0">
              <a:spcBef>
                <a:spcPts val="0"/>
              </a:spcBef>
              <a:spcAft>
                <a:spcPts val="0"/>
              </a:spcAft>
              <a:buNone/>
            </a:pPr>
            <a:endParaRPr b="1">
              <a:latin typeface="Calibri"/>
              <a:ea typeface="Calibri"/>
              <a:cs typeface="Calibri"/>
              <a:sym typeface="Calibri"/>
            </a:endParaRPr>
          </a:p>
          <a:p>
            <a:pPr marL="0" lvl="0" indent="0" algn="l" rtl="0">
              <a:spcBef>
                <a:spcPts val="0"/>
              </a:spcBef>
              <a:spcAft>
                <a:spcPts val="0"/>
              </a:spcAft>
              <a:buNone/>
            </a:pPr>
            <a:endParaRPr b="1">
              <a:latin typeface="Calibri"/>
              <a:ea typeface="Calibri"/>
              <a:cs typeface="Calibri"/>
              <a:sym typeface="Calibri"/>
            </a:endParaRPr>
          </a:p>
          <a:p>
            <a:pPr marL="0" lvl="0" indent="0" algn="l" rtl="0">
              <a:spcBef>
                <a:spcPts val="0"/>
              </a:spcBef>
              <a:spcAft>
                <a:spcPts val="0"/>
              </a:spcAft>
              <a:buNone/>
            </a:pPr>
            <a:endParaRPr b="1">
              <a:latin typeface="Calibri"/>
              <a:ea typeface="Calibri"/>
              <a:cs typeface="Calibri"/>
              <a:sym typeface="Calibri"/>
            </a:endParaRPr>
          </a:p>
          <a:p>
            <a:pPr marL="457200" lvl="0" indent="0" algn="l" rtl="0">
              <a:spcBef>
                <a:spcPts val="0"/>
              </a:spcBef>
              <a:spcAft>
                <a:spcPts val="0"/>
              </a:spcAft>
              <a:buNone/>
            </a:pPr>
            <a:endParaRPr b="1">
              <a:latin typeface="Calibri"/>
              <a:ea typeface="Calibri"/>
              <a:cs typeface="Calibri"/>
              <a:sym typeface="Calibri"/>
            </a:endParaRPr>
          </a:p>
          <a:p>
            <a:pPr marL="914400" lvl="0" indent="0" algn="just" rtl="0">
              <a:spcBef>
                <a:spcPts val="0"/>
              </a:spcBef>
              <a:spcAft>
                <a:spcPts val="0"/>
              </a:spcAft>
              <a:buNone/>
            </a:pPr>
            <a:endParaRPr b="1">
              <a:latin typeface="Calibri"/>
              <a:ea typeface="Calibri"/>
              <a:cs typeface="Calibri"/>
              <a:sym typeface="Calibri"/>
            </a:endParaRPr>
          </a:p>
          <a:p>
            <a:pPr marL="457200" lvl="0" indent="0" algn="just" rtl="0">
              <a:spcBef>
                <a:spcPts val="0"/>
              </a:spcBef>
              <a:spcAft>
                <a:spcPts val="0"/>
              </a:spcAft>
              <a:buNone/>
            </a:pPr>
            <a:endParaRPr b="1">
              <a:latin typeface="Calibri"/>
              <a:ea typeface="Calibri"/>
              <a:cs typeface="Calibri"/>
              <a:sym typeface="Calibri"/>
            </a:endParaRPr>
          </a:p>
          <a:p>
            <a:pPr marL="457200" lvl="0" indent="0" algn="just" rtl="0">
              <a:spcBef>
                <a:spcPts val="0"/>
              </a:spcBef>
              <a:spcAft>
                <a:spcPts val="0"/>
              </a:spcAft>
              <a:buNone/>
            </a:pPr>
            <a:endParaRPr b="1">
              <a:latin typeface="Calibri"/>
              <a:ea typeface="Calibri"/>
              <a:cs typeface="Calibri"/>
              <a:sym typeface="Calibri"/>
            </a:endParaRPr>
          </a:p>
          <a:p>
            <a:pPr marL="0" lvl="0" indent="0" algn="ctr" rtl="0">
              <a:spcBef>
                <a:spcPts val="0"/>
              </a:spcBef>
              <a:spcAft>
                <a:spcPts val="0"/>
              </a:spcAft>
              <a:buNone/>
            </a:pPr>
            <a:endParaRPr sz="25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7"/>
          <p:cNvSpPr txBox="1">
            <a:spLocks noGrp="1"/>
          </p:cNvSpPr>
          <p:nvPr>
            <p:ph type="title"/>
          </p:nvPr>
        </p:nvSpPr>
        <p:spPr>
          <a:xfrm>
            <a:off x="853950" y="1304850"/>
            <a:ext cx="7436100" cy="2313000"/>
          </a:xfrm>
          <a:prstGeom prst="rect">
            <a:avLst/>
          </a:prstGeom>
        </p:spPr>
        <p:txBody>
          <a:bodyPr spcFirstLastPara="1" wrap="square" lIns="68575" tIns="68575" rIns="68575" bIns="68575" anchor="ctr" anchorCtr="0">
            <a:normAutofit/>
          </a:bodyPr>
          <a:lstStyle/>
          <a:p>
            <a:pPr marL="0" lvl="0" indent="0" algn="l" rtl="0">
              <a:lnSpc>
                <a:spcPct val="115000"/>
              </a:lnSpc>
              <a:spcBef>
                <a:spcPts val="0"/>
              </a:spcBef>
              <a:spcAft>
                <a:spcPts val="0"/>
              </a:spcAft>
              <a:buClr>
                <a:schemeClr val="dk2"/>
              </a:buClr>
              <a:buSzPct val="42308"/>
              <a:buFont typeface="Arial"/>
              <a:buNone/>
            </a:pPr>
            <a:r>
              <a:rPr lang="en-GB" sz="2600">
                <a:solidFill>
                  <a:schemeClr val="dk2"/>
                </a:solidFill>
                <a:latin typeface="Calibri"/>
                <a:ea typeface="Calibri"/>
                <a:cs typeface="Calibri"/>
                <a:sym typeface="Calibri"/>
              </a:rPr>
              <a:t>Supervised Learning in this Project</a:t>
            </a:r>
            <a:endParaRPr sz="255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320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a:solidFill>
                <a:schemeClr val="dk2"/>
              </a:solidFill>
              <a:latin typeface="Calibri"/>
              <a:ea typeface="Calibri"/>
              <a:cs typeface="Calibri"/>
              <a:sym typeface="Calibri"/>
            </a:endParaRPr>
          </a:p>
          <a:p>
            <a:pPr marL="0" lvl="0" indent="0" algn="ctr" rtl="0">
              <a:spcBef>
                <a:spcPts val="0"/>
              </a:spcBef>
              <a:spcAft>
                <a:spcPts val="0"/>
              </a:spcAft>
              <a:buNone/>
            </a:pPr>
            <a:endParaRPr/>
          </a:p>
        </p:txBody>
      </p:sp>
      <p:sp>
        <p:nvSpPr>
          <p:cNvPr id="397" name="Google Shape;397;p57"/>
          <p:cNvSpPr txBox="1">
            <a:spLocks noGrp="1"/>
          </p:cNvSpPr>
          <p:nvPr>
            <p:ph type="body" idx="1"/>
          </p:nvPr>
        </p:nvSpPr>
        <p:spPr>
          <a:xfrm>
            <a:off x="740350" y="1045700"/>
            <a:ext cx="7992300" cy="2991600"/>
          </a:xfrm>
          <a:prstGeom prst="rect">
            <a:avLst/>
          </a:prstGeom>
        </p:spPr>
        <p:txBody>
          <a:bodyPr spcFirstLastPara="1" wrap="square" lIns="68575" tIns="68575" rIns="68575" bIns="68575" anchor="t" anchorCtr="0">
            <a:noAutofit/>
          </a:bodyPr>
          <a:lstStyle/>
          <a:p>
            <a:pPr marL="457200" lvl="0" indent="-317500" algn="l" rtl="0">
              <a:spcBef>
                <a:spcPts val="0"/>
              </a:spcBef>
              <a:spcAft>
                <a:spcPts val="0"/>
              </a:spcAft>
              <a:buSzPts val="1400"/>
              <a:buFont typeface="Calibri"/>
              <a:buChar char="●"/>
            </a:pPr>
            <a:r>
              <a:rPr lang="en-GB" b="1" dirty="0">
                <a:latin typeface="Calibri"/>
                <a:ea typeface="Calibri"/>
                <a:cs typeface="Calibri"/>
                <a:sym typeface="Calibri"/>
              </a:rPr>
              <a:t>The dataset was treated as a labelled classification task:</a:t>
            </a:r>
            <a:r>
              <a:rPr lang="en-GB" dirty="0">
                <a:latin typeface="Calibri"/>
                <a:ea typeface="Calibri"/>
                <a:cs typeface="Calibri"/>
                <a:sym typeface="Calibri"/>
              </a:rPr>
              <a:t> Input columns were used as predictors, while the target column represented the class the model needed to learn and predict.</a:t>
            </a:r>
            <a:endParaRPr dirty="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GB" b="1" dirty="0">
                <a:latin typeface="Calibri"/>
                <a:ea typeface="Calibri"/>
                <a:cs typeface="Calibri"/>
                <a:sym typeface="Calibri"/>
              </a:rPr>
              <a:t>Seven supervised models were compared:</a:t>
            </a:r>
            <a:r>
              <a:rPr lang="en-GB" dirty="0">
                <a:latin typeface="Calibri"/>
                <a:ea typeface="Calibri"/>
                <a:cs typeface="Calibri"/>
                <a:sym typeface="Calibri"/>
              </a:rPr>
              <a:t> The same project workflow tested KNN, Logistic Regression, Decision Tree, Random Forest, Bagging, AdaBoost, and Gradient Boosting.</a:t>
            </a:r>
            <a:endParaRPr dirty="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GB" b="1" dirty="0">
                <a:latin typeface="Calibri"/>
                <a:ea typeface="Calibri"/>
                <a:cs typeface="Calibri"/>
                <a:sym typeface="Calibri"/>
              </a:rPr>
              <a:t>Training and testing followed an 90/10 split:</a:t>
            </a:r>
            <a:r>
              <a:rPr lang="en-GB" dirty="0">
                <a:latin typeface="Calibri"/>
                <a:ea typeface="Calibri"/>
                <a:cs typeface="Calibri"/>
                <a:sym typeface="Calibri"/>
              </a:rPr>
              <a:t> Eighty percent of the data was used for model training, and the remaining twenty percent was kept separate for testing model performance.</a:t>
            </a:r>
            <a:endParaRPr dirty="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GB" b="1" dirty="0">
                <a:latin typeface="Calibri"/>
                <a:ea typeface="Calibri"/>
                <a:cs typeface="Calibri"/>
                <a:sym typeface="Calibri"/>
              </a:rPr>
              <a:t>Accuracy was tracked across dataset versions:</a:t>
            </a:r>
            <a:r>
              <a:rPr lang="en-GB" dirty="0">
                <a:latin typeface="Calibri"/>
                <a:ea typeface="Calibri"/>
                <a:cs typeface="Calibri"/>
                <a:sym typeface="Calibri"/>
              </a:rPr>
              <a:t> Each model was evaluated after raw analysis, impurity removal, feature selection, feature engineering, and final combined improvements.</a:t>
            </a:r>
            <a:endParaRPr dirty="0">
              <a:latin typeface="Calibri"/>
              <a:ea typeface="Calibri"/>
              <a:cs typeface="Calibri"/>
              <a:sym typeface="Calibri"/>
            </a:endParaRPr>
          </a:p>
          <a:p>
            <a:pPr marL="0" lvl="0" indent="0" algn="just" rtl="0">
              <a:spcBef>
                <a:spcPts val="400"/>
              </a:spcBef>
              <a:spcAft>
                <a:spcPts val="0"/>
              </a:spcAft>
              <a:buNone/>
            </a:pPr>
            <a:endParaRPr b="1" dirty="0">
              <a:latin typeface="Calibri"/>
              <a:ea typeface="Calibri"/>
              <a:cs typeface="Calibri"/>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0" lvl="0" indent="0" algn="l" rtl="0">
              <a:spcBef>
                <a:spcPts val="0"/>
              </a:spcBef>
              <a:spcAft>
                <a:spcPts val="0"/>
              </a:spcAft>
              <a:buNone/>
            </a:pPr>
            <a:endParaRPr b="1" dirty="0">
              <a:latin typeface="Calibri"/>
              <a:ea typeface="Calibri"/>
              <a:cs typeface="Calibri"/>
              <a:sym typeface="Calibri"/>
            </a:endParaRPr>
          </a:p>
          <a:p>
            <a:pPr marL="0" lvl="0" indent="0" algn="l" rtl="0">
              <a:spcBef>
                <a:spcPts val="0"/>
              </a:spcBef>
              <a:spcAft>
                <a:spcPts val="0"/>
              </a:spcAft>
              <a:buNone/>
            </a:pPr>
            <a:endParaRPr b="1" dirty="0">
              <a:latin typeface="Calibri"/>
              <a:ea typeface="Calibri"/>
              <a:cs typeface="Calibri"/>
              <a:sym typeface="Calibri"/>
            </a:endParaRPr>
          </a:p>
          <a:p>
            <a:pPr marL="457200" lvl="0" indent="0" algn="l" rtl="0">
              <a:spcBef>
                <a:spcPts val="0"/>
              </a:spcBef>
              <a:spcAft>
                <a:spcPts val="0"/>
              </a:spcAft>
              <a:buNone/>
            </a:pPr>
            <a:endParaRPr b="1" dirty="0">
              <a:latin typeface="Calibri"/>
              <a:ea typeface="Calibri"/>
              <a:cs typeface="Calibri"/>
              <a:sym typeface="Calibri"/>
            </a:endParaRPr>
          </a:p>
          <a:p>
            <a:pPr marL="914400" lvl="0" indent="0" algn="just" rtl="0">
              <a:spcBef>
                <a:spcPts val="0"/>
              </a:spcBef>
              <a:spcAft>
                <a:spcPts val="0"/>
              </a:spcAft>
              <a:buNone/>
            </a:pPr>
            <a:endParaRPr b="1" dirty="0">
              <a:latin typeface="Calibri"/>
              <a:ea typeface="Calibri"/>
              <a:cs typeface="Calibri"/>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0" lvl="0" indent="0" algn="ctr" rtl="0">
              <a:spcBef>
                <a:spcPts val="0"/>
              </a:spcBef>
              <a:spcAft>
                <a:spcPts val="0"/>
              </a:spcAft>
              <a:buNone/>
            </a:pPr>
            <a:endParaRPr sz="2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58"/>
          <p:cNvSpPr txBox="1">
            <a:spLocks noGrp="1"/>
          </p:cNvSpPr>
          <p:nvPr>
            <p:ph type="title"/>
          </p:nvPr>
        </p:nvSpPr>
        <p:spPr>
          <a:xfrm>
            <a:off x="853950" y="581125"/>
            <a:ext cx="4457400" cy="1630200"/>
          </a:xfrm>
          <a:prstGeom prst="rect">
            <a:avLst/>
          </a:prstGeom>
        </p:spPr>
        <p:txBody>
          <a:bodyPr spcFirstLastPara="1" wrap="square" lIns="68575" tIns="68575" rIns="68575" bIns="68575" anchor="ctr" anchorCtr="0">
            <a:noAutofit/>
          </a:bodyPr>
          <a:lstStyle/>
          <a:p>
            <a:pPr marL="0" lvl="0" indent="0" algn="l" rtl="0">
              <a:lnSpc>
                <a:spcPct val="115000"/>
              </a:lnSpc>
              <a:spcBef>
                <a:spcPts val="0"/>
              </a:spcBef>
              <a:spcAft>
                <a:spcPts val="0"/>
              </a:spcAft>
              <a:buClr>
                <a:schemeClr val="dk2"/>
              </a:buClr>
              <a:buSzPts val="1100"/>
              <a:buFont typeface="Arial"/>
              <a:buNone/>
            </a:pPr>
            <a:r>
              <a:rPr lang="en-GB" sz="2300">
                <a:solidFill>
                  <a:schemeClr val="dk2"/>
                </a:solidFill>
                <a:latin typeface="Calibri"/>
                <a:ea typeface="Calibri"/>
                <a:cs typeface="Calibri"/>
                <a:sym typeface="Calibri"/>
              </a:rPr>
              <a:t>Machine Learning Workflow</a:t>
            </a:r>
            <a:endParaRPr sz="2300">
              <a:solidFill>
                <a:schemeClr val="dk2"/>
              </a:solidFill>
              <a:latin typeface="Calibri"/>
              <a:ea typeface="Calibri"/>
              <a:cs typeface="Calibri"/>
              <a:sym typeface="Calibri"/>
            </a:endParaRPr>
          </a:p>
          <a:p>
            <a:pPr marL="0" lvl="0" indent="0" algn="l" rtl="0">
              <a:spcBef>
                <a:spcPts val="0"/>
              </a:spcBef>
              <a:spcAft>
                <a:spcPts val="0"/>
              </a:spcAft>
              <a:buSzPts val="990"/>
              <a:buNone/>
            </a:pPr>
            <a:endParaRPr sz="8989"/>
          </a:p>
        </p:txBody>
      </p:sp>
      <p:sp>
        <p:nvSpPr>
          <p:cNvPr id="403" name="Google Shape;403;p58"/>
          <p:cNvSpPr txBox="1">
            <a:spLocks noGrp="1"/>
          </p:cNvSpPr>
          <p:nvPr>
            <p:ph type="body" idx="1"/>
          </p:nvPr>
        </p:nvSpPr>
        <p:spPr>
          <a:xfrm>
            <a:off x="647950" y="912375"/>
            <a:ext cx="5361000" cy="3765900"/>
          </a:xfrm>
          <a:prstGeom prst="rect">
            <a:avLst/>
          </a:prstGeom>
        </p:spPr>
        <p:txBody>
          <a:bodyPr spcFirstLastPara="1" wrap="square" lIns="68575" tIns="68575" rIns="68575" bIns="68575" anchor="t" anchorCtr="0">
            <a:noAutofit/>
          </a:bodyPr>
          <a:lstStyle/>
          <a:p>
            <a:pPr marL="457200" lvl="0" indent="-317500" algn="just" rtl="0">
              <a:spcBef>
                <a:spcPts val="0"/>
              </a:spcBef>
              <a:spcAft>
                <a:spcPts val="0"/>
              </a:spcAft>
              <a:buSzPts val="1400"/>
              <a:buFont typeface="Calibri"/>
              <a:buChar char="●"/>
            </a:pPr>
            <a:r>
              <a:rPr lang="en-GB" b="1">
                <a:latin typeface="Calibri"/>
                <a:ea typeface="Calibri"/>
                <a:cs typeface="Calibri"/>
                <a:sym typeface="Calibri"/>
              </a:rPr>
              <a:t>Start with raw data analysis:</a:t>
            </a:r>
            <a:r>
              <a:rPr lang="en-GB">
                <a:latin typeface="Calibri"/>
                <a:ea typeface="Calibri"/>
                <a:cs typeface="Calibri"/>
                <a:sym typeface="Calibri"/>
              </a:rPr>
              <a:t> The first experiment trained all seven models on the raw dataset to establish a starting baseline before cleaning or feature engineering.</a:t>
            </a:r>
            <a:endParaRPr>
              <a:latin typeface="Calibri"/>
              <a:ea typeface="Calibri"/>
              <a:cs typeface="Calibri"/>
              <a:sym typeface="Calibri"/>
            </a:endParaRPr>
          </a:p>
          <a:p>
            <a:pPr marL="457200" lvl="0" indent="-317500" algn="just" rtl="0">
              <a:spcBef>
                <a:spcPts val="0"/>
              </a:spcBef>
              <a:spcAft>
                <a:spcPts val="0"/>
              </a:spcAft>
              <a:buSzPts val="1400"/>
              <a:buFont typeface="Calibri"/>
              <a:buChar char="●"/>
            </a:pPr>
            <a:r>
              <a:rPr lang="en-GB" b="1">
                <a:latin typeface="Calibri"/>
                <a:ea typeface="Calibri"/>
                <a:cs typeface="Calibri"/>
                <a:sym typeface="Calibri"/>
              </a:rPr>
              <a:t>Remove impurities and separate feature types:</a:t>
            </a:r>
            <a:r>
              <a:rPr lang="en-GB">
                <a:latin typeface="Calibri"/>
                <a:ea typeface="Calibri"/>
                <a:cs typeface="Calibri"/>
                <a:sym typeface="Calibri"/>
              </a:rPr>
              <a:t> Impurities such as question marks and dots were removed, then numeric-only and categorical-only datasets were tested separately to understand their individual predictive value.</a:t>
            </a:r>
            <a:endParaRPr>
              <a:latin typeface="Calibri"/>
              <a:ea typeface="Calibri"/>
              <a:cs typeface="Calibri"/>
              <a:sym typeface="Calibri"/>
            </a:endParaRPr>
          </a:p>
          <a:p>
            <a:pPr marL="457200" lvl="0" indent="-317500" algn="just" rtl="0">
              <a:spcBef>
                <a:spcPts val="0"/>
              </a:spcBef>
              <a:spcAft>
                <a:spcPts val="0"/>
              </a:spcAft>
              <a:buSzPts val="1400"/>
              <a:buFont typeface="Calibri"/>
              <a:buChar char="●"/>
            </a:pPr>
            <a:r>
              <a:rPr lang="en-GB" b="1">
                <a:latin typeface="Calibri"/>
                <a:ea typeface="Calibri"/>
                <a:cs typeface="Calibri"/>
                <a:sym typeface="Calibri"/>
              </a:rPr>
              <a:t>Combine numeric and categorical columns:</a:t>
            </a:r>
            <a:r>
              <a:rPr lang="en-GB">
                <a:latin typeface="Calibri"/>
                <a:ea typeface="Calibri"/>
                <a:cs typeface="Calibri"/>
                <a:sym typeface="Calibri"/>
              </a:rPr>
              <a:t> After separate analysis, cleaned numeric and categorical features were combined to create the main baseline dataset for later improvement comparisons.</a:t>
            </a:r>
            <a:endParaRPr>
              <a:latin typeface="Calibri"/>
              <a:ea typeface="Calibri"/>
              <a:cs typeface="Calibri"/>
              <a:sym typeface="Calibri"/>
            </a:endParaRPr>
          </a:p>
          <a:p>
            <a:pPr marL="457200" lvl="0" indent="-317500" algn="just" rtl="0">
              <a:spcBef>
                <a:spcPts val="0"/>
              </a:spcBef>
              <a:spcAft>
                <a:spcPts val="0"/>
              </a:spcAft>
              <a:buSzPts val="1400"/>
              <a:buFont typeface="Calibri"/>
              <a:buChar char="●"/>
            </a:pPr>
            <a:r>
              <a:rPr lang="en-GB" b="1">
                <a:latin typeface="Calibri"/>
                <a:ea typeface="Calibri"/>
                <a:cs typeface="Calibri"/>
                <a:sym typeface="Calibri"/>
              </a:rPr>
              <a:t>Engineer features and compare accuracy changes:</a:t>
            </a:r>
            <a:r>
              <a:rPr lang="en-GB">
                <a:latin typeface="Calibri"/>
                <a:ea typeface="Calibri"/>
                <a:cs typeface="Calibri"/>
                <a:sym typeface="Calibri"/>
              </a:rPr>
              <a:t> Later experiments removed noisy columns and added transformed features such as capital activity, log hours, age groups, and occupation groups before comparing final accuracy.</a:t>
            </a:r>
            <a:endParaRPr>
              <a:latin typeface="Calibri"/>
              <a:ea typeface="Calibri"/>
              <a:cs typeface="Calibri"/>
              <a:sym typeface="Calibri"/>
            </a:endParaRPr>
          </a:p>
          <a:p>
            <a:pPr marL="0" lvl="0" indent="0" algn="ctr" rtl="0">
              <a:spcBef>
                <a:spcPts val="0"/>
              </a:spcBef>
              <a:spcAft>
                <a:spcPts val="0"/>
              </a:spcAft>
              <a:buNone/>
            </a:pPr>
            <a:endParaRPr/>
          </a:p>
        </p:txBody>
      </p:sp>
      <p:pic>
        <p:nvPicPr>
          <p:cNvPr id="404" name="Google Shape;404;p58"/>
          <p:cNvPicPr preferRelativeResize="0"/>
          <p:nvPr/>
        </p:nvPicPr>
        <p:blipFill>
          <a:blip r:embed="rId3">
            <a:alphaModFix/>
          </a:blip>
          <a:stretch>
            <a:fillRect/>
          </a:stretch>
        </p:blipFill>
        <p:spPr>
          <a:xfrm>
            <a:off x="6043700" y="1002850"/>
            <a:ext cx="2939175" cy="32725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59"/>
          <p:cNvSpPr txBox="1">
            <a:spLocks noGrp="1"/>
          </p:cNvSpPr>
          <p:nvPr>
            <p:ph type="title"/>
          </p:nvPr>
        </p:nvSpPr>
        <p:spPr>
          <a:xfrm>
            <a:off x="853950" y="581125"/>
            <a:ext cx="5660400" cy="1290000"/>
          </a:xfrm>
          <a:prstGeom prst="rect">
            <a:avLst/>
          </a:prstGeom>
        </p:spPr>
        <p:txBody>
          <a:bodyPr spcFirstLastPara="1" wrap="square" lIns="68575" tIns="68575" rIns="68575" bIns="68575" anchor="ctr" anchorCtr="0">
            <a:noAutofit/>
          </a:bodyPr>
          <a:lstStyle/>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r>
              <a:rPr lang="en-GB" sz="3200">
                <a:solidFill>
                  <a:schemeClr val="dk2"/>
                </a:solidFill>
                <a:latin typeface="Calibri"/>
                <a:ea typeface="Calibri"/>
                <a:cs typeface="Calibri"/>
                <a:sym typeface="Calibri"/>
              </a:rPr>
              <a:t>Brief Introduction to ML Models</a:t>
            </a:r>
            <a:endParaRPr sz="32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spcBef>
                <a:spcPts val="0"/>
              </a:spcBef>
              <a:spcAft>
                <a:spcPts val="0"/>
              </a:spcAft>
              <a:buSzPts val="990"/>
              <a:buNone/>
            </a:pPr>
            <a:endParaRPr sz="8989"/>
          </a:p>
        </p:txBody>
      </p:sp>
      <p:sp>
        <p:nvSpPr>
          <p:cNvPr id="410" name="Google Shape;410;p59"/>
          <p:cNvSpPr txBox="1">
            <a:spLocks noGrp="1"/>
          </p:cNvSpPr>
          <p:nvPr>
            <p:ph type="body" idx="1"/>
          </p:nvPr>
        </p:nvSpPr>
        <p:spPr>
          <a:xfrm>
            <a:off x="647950" y="912375"/>
            <a:ext cx="5361000" cy="3765900"/>
          </a:xfrm>
          <a:prstGeom prst="rect">
            <a:avLst/>
          </a:prstGeom>
        </p:spPr>
        <p:txBody>
          <a:bodyPr spcFirstLastPara="1" wrap="square" lIns="68575" tIns="68575" rIns="68575" bIns="68575" anchor="t" anchorCtr="0">
            <a:noAutofit/>
          </a:bodyPr>
          <a:lstStyle/>
          <a:p>
            <a:pPr marL="457200" lvl="0" indent="-317500" algn="l" rtl="0">
              <a:spcBef>
                <a:spcPts val="0"/>
              </a:spcBef>
              <a:spcAft>
                <a:spcPts val="0"/>
              </a:spcAft>
              <a:buSzPts val="1400"/>
              <a:buFont typeface="Calibri"/>
              <a:buChar char="●"/>
            </a:pPr>
            <a:r>
              <a:rPr lang="en-GB" b="1">
                <a:latin typeface="Calibri"/>
                <a:ea typeface="Calibri"/>
                <a:cs typeface="Calibri"/>
                <a:sym typeface="Calibri"/>
              </a:rPr>
              <a:t>KNN Method</a:t>
            </a:r>
            <a:endParaRPr b="1">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KNN is a supervised learning method</a:t>
            </a:r>
            <a:r>
              <a:rPr lang="en-GB">
                <a:latin typeface="Calibri"/>
                <a:ea typeface="Calibri"/>
                <a:cs typeface="Calibri"/>
                <a:sym typeface="Calibri"/>
              </a:rPr>
              <a:t> that does not build a complex training model. It stores the training data and compares a new data point with the existing examples.</a:t>
            </a:r>
            <a:endParaRPr>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For prediction, KNN finds the K nearest neighbors</a:t>
            </a:r>
            <a:r>
              <a:rPr lang="en-GB">
                <a:latin typeface="Calibri"/>
                <a:ea typeface="Calibri"/>
                <a:cs typeface="Calibri"/>
                <a:sym typeface="Calibri"/>
              </a:rPr>
              <a:t> using a distance measure such as Euclidean distance. The new data point is classified based on the majority class of those nearest neighbors.</a:t>
            </a:r>
            <a:endParaRPr>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KNN is sensitive to feature scaling and the value of K.</a:t>
            </a:r>
            <a:r>
              <a:rPr lang="en-GB">
                <a:latin typeface="Calibri"/>
                <a:ea typeface="Calibri"/>
                <a:cs typeface="Calibri"/>
                <a:sym typeface="Calibri"/>
              </a:rPr>
              <a:t> A small K can be affected by noise, while a larger K gives smoother predictions but may miss small patterns. So scaling and tuning K are important.</a:t>
            </a:r>
            <a:endParaRPr>
              <a:latin typeface="Calibri"/>
              <a:ea typeface="Calibri"/>
              <a:cs typeface="Calibri"/>
              <a:sym typeface="Calibri"/>
            </a:endParaRPr>
          </a:p>
          <a:p>
            <a:pPr marL="457200" lvl="0" indent="0" algn="l" rtl="0">
              <a:spcBef>
                <a:spcPts val="0"/>
              </a:spcBef>
              <a:spcAft>
                <a:spcPts val="0"/>
              </a:spcAft>
              <a:buNone/>
            </a:pPr>
            <a:endParaRPr b="1">
              <a:latin typeface="Calibri"/>
              <a:ea typeface="Calibri"/>
              <a:cs typeface="Calibri"/>
              <a:sym typeface="Calibri"/>
            </a:endParaRPr>
          </a:p>
          <a:p>
            <a:pPr marL="0" lvl="0" indent="0" algn="ctr" rtl="0">
              <a:spcBef>
                <a:spcPts val="0"/>
              </a:spcBef>
              <a:spcAft>
                <a:spcPts val="0"/>
              </a:spcAft>
              <a:buNone/>
            </a:pPr>
            <a:endParaRPr b="1">
              <a:latin typeface="Calibri"/>
              <a:ea typeface="Calibri"/>
              <a:cs typeface="Calibri"/>
              <a:sym typeface="Calibri"/>
            </a:endParaRPr>
          </a:p>
        </p:txBody>
      </p:sp>
      <p:pic>
        <p:nvPicPr>
          <p:cNvPr id="411" name="Google Shape;411;p59"/>
          <p:cNvPicPr preferRelativeResize="0"/>
          <p:nvPr/>
        </p:nvPicPr>
        <p:blipFill>
          <a:blip r:embed="rId3">
            <a:alphaModFix/>
          </a:blip>
          <a:stretch>
            <a:fillRect/>
          </a:stretch>
        </p:blipFill>
        <p:spPr>
          <a:xfrm>
            <a:off x="6135200" y="1343600"/>
            <a:ext cx="2830250" cy="25237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60"/>
          <p:cNvSpPr txBox="1">
            <a:spLocks noGrp="1"/>
          </p:cNvSpPr>
          <p:nvPr>
            <p:ph type="title"/>
          </p:nvPr>
        </p:nvSpPr>
        <p:spPr>
          <a:xfrm>
            <a:off x="853950" y="581125"/>
            <a:ext cx="5660400" cy="1290000"/>
          </a:xfrm>
          <a:prstGeom prst="rect">
            <a:avLst/>
          </a:prstGeom>
        </p:spPr>
        <p:txBody>
          <a:bodyPr spcFirstLastPara="1" wrap="square" lIns="68575" tIns="68575" rIns="68575" bIns="68575" anchor="ctr" anchorCtr="0">
            <a:noAutofit/>
          </a:bodyPr>
          <a:lstStyle/>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32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spcBef>
                <a:spcPts val="0"/>
              </a:spcBef>
              <a:spcAft>
                <a:spcPts val="0"/>
              </a:spcAft>
              <a:buSzPts val="990"/>
              <a:buNone/>
            </a:pPr>
            <a:endParaRPr sz="8989"/>
          </a:p>
        </p:txBody>
      </p:sp>
      <p:sp>
        <p:nvSpPr>
          <p:cNvPr id="417" name="Google Shape;417;p60"/>
          <p:cNvSpPr txBox="1">
            <a:spLocks noGrp="1"/>
          </p:cNvSpPr>
          <p:nvPr>
            <p:ph type="body" idx="1"/>
          </p:nvPr>
        </p:nvSpPr>
        <p:spPr>
          <a:xfrm>
            <a:off x="647950" y="912375"/>
            <a:ext cx="5361000" cy="3765900"/>
          </a:xfrm>
          <a:prstGeom prst="rect">
            <a:avLst/>
          </a:prstGeom>
        </p:spPr>
        <p:txBody>
          <a:bodyPr spcFirstLastPara="1" wrap="square" lIns="68575" tIns="68575" rIns="68575" bIns="68575" anchor="t" anchorCtr="0">
            <a:noAutofit/>
          </a:bodyPr>
          <a:lstStyle/>
          <a:p>
            <a:pPr marL="457200" lvl="0" indent="-330200" algn="just" rtl="0">
              <a:spcBef>
                <a:spcPts val="0"/>
              </a:spcBef>
              <a:spcAft>
                <a:spcPts val="0"/>
              </a:spcAft>
              <a:buSzPts val="1600"/>
              <a:buFont typeface="Calibri"/>
              <a:buChar char="●"/>
            </a:pPr>
            <a:r>
              <a:rPr lang="en-GB" sz="1600" b="1">
                <a:latin typeface="Calibri"/>
                <a:ea typeface="Calibri"/>
                <a:cs typeface="Calibri"/>
                <a:sym typeface="Calibri"/>
              </a:rPr>
              <a:t>Decision Tree Method</a:t>
            </a:r>
            <a:endParaRPr sz="1600" b="1">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Decision Tree is a supervised learning model</a:t>
            </a:r>
            <a:r>
              <a:rPr lang="en-GB">
                <a:latin typeface="Calibri"/>
                <a:ea typeface="Calibri"/>
                <a:cs typeface="Calibri"/>
                <a:sym typeface="Calibri"/>
              </a:rPr>
              <a:t> that makes predictions by asking a sequence of yes/no questions about the data features.</a:t>
            </a:r>
            <a:endParaRPr>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It splits the data step by step</a:t>
            </a:r>
            <a:r>
              <a:rPr lang="en-GB">
                <a:latin typeface="Calibri"/>
                <a:ea typeface="Calibri"/>
                <a:cs typeface="Calibri"/>
                <a:sym typeface="Calibri"/>
              </a:rPr>
              <a:t> based on important conditions, for example: capital-gain &gt; 0, age &gt; 35, or hours-per-week &gt; 40. Each split tries to separate the income classes better.</a:t>
            </a:r>
            <a:endParaRPr>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The final prediction is made at the leaf node.</a:t>
            </a:r>
            <a:r>
              <a:rPr lang="en-GB">
                <a:latin typeface="Calibri"/>
                <a:ea typeface="Calibri"/>
                <a:cs typeface="Calibri"/>
                <a:sym typeface="Calibri"/>
              </a:rPr>
              <a:t> For classification, the model chooses the majority class in that final group, such as &lt;=50K or &gt;50K.</a:t>
            </a:r>
            <a:endParaRPr>
              <a:latin typeface="Calibri"/>
              <a:ea typeface="Calibri"/>
              <a:cs typeface="Calibri"/>
              <a:sym typeface="Calibri"/>
            </a:endParaRPr>
          </a:p>
          <a:p>
            <a:pPr marL="914400" lvl="0" indent="0" algn="just" rtl="0">
              <a:spcBef>
                <a:spcPts val="0"/>
              </a:spcBef>
              <a:spcAft>
                <a:spcPts val="0"/>
              </a:spcAft>
              <a:buNone/>
            </a:pPr>
            <a:endParaRPr b="1">
              <a:latin typeface="Calibri"/>
              <a:ea typeface="Calibri"/>
              <a:cs typeface="Calibri"/>
              <a:sym typeface="Calibri"/>
            </a:endParaRPr>
          </a:p>
          <a:p>
            <a:pPr marL="0" lvl="0" indent="0" algn="l" rtl="0">
              <a:spcBef>
                <a:spcPts val="0"/>
              </a:spcBef>
              <a:spcAft>
                <a:spcPts val="0"/>
              </a:spcAft>
              <a:buNone/>
            </a:pPr>
            <a:endParaRPr b="1">
              <a:latin typeface="Calibri"/>
              <a:ea typeface="Calibri"/>
              <a:cs typeface="Calibri"/>
              <a:sym typeface="Calibri"/>
            </a:endParaRPr>
          </a:p>
          <a:p>
            <a:pPr marL="0" lvl="0" indent="0" algn="ctr" rtl="0">
              <a:spcBef>
                <a:spcPts val="0"/>
              </a:spcBef>
              <a:spcAft>
                <a:spcPts val="0"/>
              </a:spcAft>
              <a:buNone/>
            </a:pPr>
            <a:endParaRPr b="1">
              <a:latin typeface="Calibri"/>
              <a:ea typeface="Calibri"/>
              <a:cs typeface="Calibri"/>
              <a:sym typeface="Calibri"/>
            </a:endParaRPr>
          </a:p>
        </p:txBody>
      </p:sp>
      <p:pic>
        <p:nvPicPr>
          <p:cNvPr id="418" name="Google Shape;418;p60"/>
          <p:cNvPicPr preferRelativeResize="0"/>
          <p:nvPr/>
        </p:nvPicPr>
        <p:blipFill>
          <a:blip r:embed="rId3">
            <a:alphaModFix/>
          </a:blip>
          <a:stretch>
            <a:fillRect/>
          </a:stretch>
        </p:blipFill>
        <p:spPr>
          <a:xfrm>
            <a:off x="6055375" y="1135038"/>
            <a:ext cx="2606350" cy="29931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61"/>
          <p:cNvSpPr txBox="1">
            <a:spLocks noGrp="1"/>
          </p:cNvSpPr>
          <p:nvPr>
            <p:ph type="title"/>
          </p:nvPr>
        </p:nvSpPr>
        <p:spPr>
          <a:xfrm>
            <a:off x="853950" y="581125"/>
            <a:ext cx="5660400" cy="1290000"/>
          </a:xfrm>
          <a:prstGeom prst="rect">
            <a:avLst/>
          </a:prstGeom>
        </p:spPr>
        <p:txBody>
          <a:bodyPr spcFirstLastPara="1" wrap="square" lIns="68575" tIns="68575" rIns="68575" bIns="68575" anchor="ctr" anchorCtr="0">
            <a:noAutofit/>
          </a:bodyPr>
          <a:lstStyle/>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32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spcBef>
                <a:spcPts val="0"/>
              </a:spcBef>
              <a:spcAft>
                <a:spcPts val="0"/>
              </a:spcAft>
              <a:buSzPts val="990"/>
              <a:buNone/>
            </a:pPr>
            <a:endParaRPr sz="8989"/>
          </a:p>
        </p:txBody>
      </p:sp>
      <p:sp>
        <p:nvSpPr>
          <p:cNvPr id="424" name="Google Shape;424;p61"/>
          <p:cNvSpPr txBox="1">
            <a:spLocks noGrp="1"/>
          </p:cNvSpPr>
          <p:nvPr>
            <p:ph type="body" idx="1"/>
          </p:nvPr>
        </p:nvSpPr>
        <p:spPr>
          <a:xfrm>
            <a:off x="647950" y="912375"/>
            <a:ext cx="5361000" cy="3765900"/>
          </a:xfrm>
          <a:prstGeom prst="rect">
            <a:avLst/>
          </a:prstGeom>
        </p:spPr>
        <p:txBody>
          <a:bodyPr spcFirstLastPara="1" wrap="square" lIns="68575" tIns="68575" rIns="68575" bIns="68575" anchor="t" anchorCtr="0">
            <a:noAutofit/>
          </a:bodyPr>
          <a:lstStyle/>
          <a:p>
            <a:pPr marL="457200" lvl="0" indent="-330200" algn="just" rtl="0">
              <a:spcBef>
                <a:spcPts val="0"/>
              </a:spcBef>
              <a:spcAft>
                <a:spcPts val="0"/>
              </a:spcAft>
              <a:buSzPts val="1600"/>
              <a:buFont typeface="Calibri"/>
              <a:buChar char="●"/>
            </a:pPr>
            <a:r>
              <a:rPr lang="en-GB" sz="1600" b="1">
                <a:latin typeface="Calibri"/>
                <a:ea typeface="Calibri"/>
                <a:cs typeface="Calibri"/>
                <a:sym typeface="Calibri"/>
              </a:rPr>
              <a:t>Random Forest</a:t>
            </a:r>
            <a:endParaRPr sz="1600" b="1">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Random Forest is an ensemble model</a:t>
            </a:r>
            <a:r>
              <a:rPr lang="en-GB">
                <a:latin typeface="Calibri"/>
                <a:ea typeface="Calibri"/>
                <a:cs typeface="Calibri"/>
                <a:sym typeface="Calibri"/>
              </a:rPr>
              <a:t> that builds many decision trees instead of using only one tree. Each tree learns from a different random sample of the training data.</a:t>
            </a:r>
            <a:endParaRPr>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Each tree gives a prediction</a:t>
            </a:r>
            <a:r>
              <a:rPr lang="en-GB">
                <a:latin typeface="Calibri"/>
                <a:ea typeface="Calibri"/>
                <a:cs typeface="Calibri"/>
                <a:sym typeface="Calibri"/>
              </a:rPr>
              <a:t>, and the final class is selected by majority voting. For example, if most trees predict &gt;50K, the Random Forest predicts &gt;50K.</a:t>
            </a:r>
            <a:endParaRPr>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It is more stable than a single Decision Tree</a:t>
            </a:r>
            <a:r>
              <a:rPr lang="en-GB">
                <a:latin typeface="Calibri"/>
                <a:ea typeface="Calibri"/>
                <a:cs typeface="Calibri"/>
                <a:sym typeface="Calibri"/>
              </a:rPr>
              <a:t> because combining many trees reduces overfitting and improves prediction reliability.</a:t>
            </a:r>
            <a:endParaRPr>
              <a:latin typeface="Calibri"/>
              <a:ea typeface="Calibri"/>
              <a:cs typeface="Calibri"/>
              <a:sym typeface="Calibri"/>
            </a:endParaRPr>
          </a:p>
          <a:p>
            <a:pPr marL="0" lvl="0" indent="0" algn="just" rtl="0">
              <a:spcBef>
                <a:spcPts val="0"/>
              </a:spcBef>
              <a:spcAft>
                <a:spcPts val="0"/>
              </a:spcAft>
              <a:buNone/>
            </a:pPr>
            <a:endParaRPr b="1">
              <a:latin typeface="Calibri"/>
              <a:ea typeface="Calibri"/>
              <a:cs typeface="Calibri"/>
              <a:sym typeface="Calibri"/>
            </a:endParaRPr>
          </a:p>
          <a:p>
            <a:pPr marL="914400" lvl="0" indent="0" algn="just" rtl="0">
              <a:spcBef>
                <a:spcPts val="0"/>
              </a:spcBef>
              <a:spcAft>
                <a:spcPts val="0"/>
              </a:spcAft>
              <a:buNone/>
            </a:pPr>
            <a:endParaRPr b="1">
              <a:latin typeface="Calibri"/>
              <a:ea typeface="Calibri"/>
              <a:cs typeface="Calibri"/>
              <a:sym typeface="Calibri"/>
            </a:endParaRPr>
          </a:p>
          <a:p>
            <a:pPr marL="0" lvl="0" indent="0" algn="l" rtl="0">
              <a:spcBef>
                <a:spcPts val="0"/>
              </a:spcBef>
              <a:spcAft>
                <a:spcPts val="0"/>
              </a:spcAft>
              <a:buNone/>
            </a:pPr>
            <a:endParaRPr b="1">
              <a:latin typeface="Calibri"/>
              <a:ea typeface="Calibri"/>
              <a:cs typeface="Calibri"/>
              <a:sym typeface="Calibri"/>
            </a:endParaRPr>
          </a:p>
          <a:p>
            <a:pPr marL="0" lvl="0" indent="0" algn="ctr" rtl="0">
              <a:spcBef>
                <a:spcPts val="0"/>
              </a:spcBef>
              <a:spcAft>
                <a:spcPts val="0"/>
              </a:spcAft>
              <a:buNone/>
            </a:pPr>
            <a:endParaRPr b="1">
              <a:latin typeface="Calibri"/>
              <a:ea typeface="Calibri"/>
              <a:cs typeface="Calibri"/>
              <a:sym typeface="Calibri"/>
            </a:endParaRPr>
          </a:p>
        </p:txBody>
      </p:sp>
      <p:pic>
        <p:nvPicPr>
          <p:cNvPr id="425" name="Google Shape;425;p61"/>
          <p:cNvPicPr preferRelativeResize="0"/>
          <p:nvPr/>
        </p:nvPicPr>
        <p:blipFill>
          <a:blip r:embed="rId3">
            <a:alphaModFix/>
          </a:blip>
          <a:stretch>
            <a:fillRect/>
          </a:stretch>
        </p:blipFill>
        <p:spPr>
          <a:xfrm>
            <a:off x="6113450" y="1013050"/>
            <a:ext cx="2632476" cy="29589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62"/>
          <p:cNvSpPr txBox="1">
            <a:spLocks noGrp="1"/>
          </p:cNvSpPr>
          <p:nvPr>
            <p:ph type="title"/>
          </p:nvPr>
        </p:nvSpPr>
        <p:spPr>
          <a:xfrm>
            <a:off x="853950" y="581125"/>
            <a:ext cx="5660400" cy="1290000"/>
          </a:xfrm>
          <a:prstGeom prst="rect">
            <a:avLst/>
          </a:prstGeom>
        </p:spPr>
        <p:txBody>
          <a:bodyPr spcFirstLastPara="1" wrap="square" lIns="68575" tIns="68575" rIns="68575" bIns="68575" anchor="ctr" anchorCtr="0">
            <a:noAutofit/>
          </a:bodyPr>
          <a:lstStyle/>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32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spcBef>
                <a:spcPts val="0"/>
              </a:spcBef>
              <a:spcAft>
                <a:spcPts val="0"/>
              </a:spcAft>
              <a:buSzPts val="990"/>
              <a:buNone/>
            </a:pPr>
            <a:endParaRPr sz="8989"/>
          </a:p>
        </p:txBody>
      </p:sp>
      <p:sp>
        <p:nvSpPr>
          <p:cNvPr id="431" name="Google Shape;431;p62"/>
          <p:cNvSpPr txBox="1">
            <a:spLocks noGrp="1"/>
          </p:cNvSpPr>
          <p:nvPr>
            <p:ph type="body" idx="1"/>
          </p:nvPr>
        </p:nvSpPr>
        <p:spPr>
          <a:xfrm>
            <a:off x="647950" y="912375"/>
            <a:ext cx="5361000" cy="3765900"/>
          </a:xfrm>
          <a:prstGeom prst="rect">
            <a:avLst/>
          </a:prstGeom>
        </p:spPr>
        <p:txBody>
          <a:bodyPr spcFirstLastPara="1" wrap="square" lIns="68575" tIns="68575" rIns="68575" bIns="68575" anchor="t" anchorCtr="0">
            <a:noAutofit/>
          </a:bodyPr>
          <a:lstStyle/>
          <a:p>
            <a:pPr marL="457200" lvl="0" indent="-330200" algn="just" rtl="0">
              <a:spcBef>
                <a:spcPts val="0"/>
              </a:spcBef>
              <a:spcAft>
                <a:spcPts val="0"/>
              </a:spcAft>
              <a:buSzPts val="1600"/>
              <a:buFont typeface="Calibri"/>
              <a:buChar char="●"/>
            </a:pPr>
            <a:r>
              <a:rPr lang="en-GB" sz="1600" b="1">
                <a:latin typeface="Calibri"/>
                <a:ea typeface="Calibri"/>
                <a:cs typeface="Calibri"/>
                <a:sym typeface="Calibri"/>
              </a:rPr>
              <a:t>Logistic Regression</a:t>
            </a:r>
            <a:endParaRPr sz="1600" b="1">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Logistic Regression is a supervised classification model</a:t>
            </a:r>
            <a:r>
              <a:rPr lang="en-GB">
                <a:latin typeface="Calibri"/>
                <a:ea typeface="Calibri"/>
                <a:cs typeface="Calibri"/>
                <a:sym typeface="Calibri"/>
              </a:rPr>
              <a:t> used to predict categories, not continuous values. In our project, it predicts whether income is &lt;=50K or &gt;50K.</a:t>
            </a:r>
            <a:endParaRPr>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It calculates the probability of a class</a:t>
            </a:r>
            <a:r>
              <a:rPr lang="en-GB">
                <a:latin typeface="Calibri"/>
                <a:ea typeface="Calibri"/>
                <a:cs typeface="Calibri"/>
                <a:sym typeface="Calibri"/>
              </a:rPr>
              <a:t> using input features like age, education, occupation, working hours, and capital gain/loss. If the probability is above a threshold, it predicts one class; otherwise, it predicts the other class.</a:t>
            </a:r>
            <a:endParaRPr>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It is useful as a baseline model</a:t>
            </a:r>
            <a:r>
              <a:rPr lang="en-GB">
                <a:latin typeface="Calibri"/>
                <a:ea typeface="Calibri"/>
                <a:cs typeface="Calibri"/>
                <a:sym typeface="Calibri"/>
              </a:rPr>
              <a:t> because it is simple, fast, and easy to interpret. However, it may not capture complex nonlinear relationships as well as tree-based models like Random Forest or Gradient Boosting.</a:t>
            </a:r>
            <a:endParaRPr>
              <a:latin typeface="Calibri"/>
              <a:ea typeface="Calibri"/>
              <a:cs typeface="Calibri"/>
              <a:sym typeface="Calibri"/>
            </a:endParaRPr>
          </a:p>
          <a:p>
            <a:pPr marL="914400" lvl="1" indent="-298450" algn="just" rtl="0">
              <a:spcBef>
                <a:spcPts val="0"/>
              </a:spcBef>
              <a:spcAft>
                <a:spcPts val="0"/>
              </a:spcAft>
              <a:buSzPts val="1100"/>
              <a:buFont typeface="Calibri"/>
              <a:buChar char="○"/>
            </a:pPr>
            <a:endParaRPr b="1">
              <a:latin typeface="Calibri"/>
              <a:ea typeface="Calibri"/>
              <a:cs typeface="Calibri"/>
              <a:sym typeface="Calibri"/>
            </a:endParaRPr>
          </a:p>
          <a:p>
            <a:pPr marL="914400" lvl="1" indent="-298450" algn="just" rtl="0">
              <a:spcBef>
                <a:spcPts val="0"/>
              </a:spcBef>
              <a:spcAft>
                <a:spcPts val="0"/>
              </a:spcAft>
              <a:buSzPts val="1100"/>
              <a:buFont typeface="Calibri"/>
              <a:buChar char="○"/>
            </a:pPr>
            <a:endParaRPr b="1">
              <a:latin typeface="Calibri"/>
              <a:ea typeface="Calibri"/>
              <a:cs typeface="Calibri"/>
              <a:sym typeface="Calibri"/>
            </a:endParaRPr>
          </a:p>
          <a:p>
            <a:pPr marL="914400" lvl="1" indent="-298450" algn="just" rtl="0">
              <a:spcBef>
                <a:spcPts val="0"/>
              </a:spcBef>
              <a:spcAft>
                <a:spcPts val="0"/>
              </a:spcAft>
              <a:buSzPts val="1100"/>
              <a:buFont typeface="Calibri"/>
              <a:buChar char="○"/>
            </a:pPr>
            <a:endParaRPr b="1">
              <a:latin typeface="Calibri"/>
              <a:ea typeface="Calibri"/>
              <a:cs typeface="Calibri"/>
              <a:sym typeface="Calibri"/>
            </a:endParaRPr>
          </a:p>
          <a:p>
            <a:pPr marL="914400" lvl="0" indent="0" algn="just" rtl="0">
              <a:spcBef>
                <a:spcPts val="0"/>
              </a:spcBef>
              <a:spcAft>
                <a:spcPts val="0"/>
              </a:spcAft>
              <a:buNone/>
            </a:pPr>
            <a:endParaRPr b="1">
              <a:latin typeface="Calibri"/>
              <a:ea typeface="Calibri"/>
              <a:cs typeface="Calibri"/>
              <a:sym typeface="Calibri"/>
            </a:endParaRPr>
          </a:p>
          <a:p>
            <a:pPr marL="0" lvl="0" indent="0" algn="l" rtl="0">
              <a:spcBef>
                <a:spcPts val="0"/>
              </a:spcBef>
              <a:spcAft>
                <a:spcPts val="0"/>
              </a:spcAft>
              <a:buNone/>
            </a:pPr>
            <a:endParaRPr b="1">
              <a:latin typeface="Calibri"/>
              <a:ea typeface="Calibri"/>
              <a:cs typeface="Calibri"/>
              <a:sym typeface="Calibri"/>
            </a:endParaRPr>
          </a:p>
          <a:p>
            <a:pPr marL="0" lvl="0" indent="0" algn="ctr" rtl="0">
              <a:spcBef>
                <a:spcPts val="0"/>
              </a:spcBef>
              <a:spcAft>
                <a:spcPts val="0"/>
              </a:spcAft>
              <a:buNone/>
            </a:pPr>
            <a:endParaRPr b="1">
              <a:latin typeface="Calibri"/>
              <a:ea typeface="Calibri"/>
              <a:cs typeface="Calibri"/>
              <a:sym typeface="Calibri"/>
            </a:endParaRPr>
          </a:p>
        </p:txBody>
      </p:sp>
      <p:pic>
        <p:nvPicPr>
          <p:cNvPr id="432" name="Google Shape;432;p62"/>
          <p:cNvPicPr preferRelativeResize="0"/>
          <p:nvPr/>
        </p:nvPicPr>
        <p:blipFill>
          <a:blip r:embed="rId3">
            <a:alphaModFix/>
          </a:blip>
          <a:stretch>
            <a:fillRect/>
          </a:stretch>
        </p:blipFill>
        <p:spPr>
          <a:xfrm>
            <a:off x="6082900" y="1300025"/>
            <a:ext cx="2830250" cy="228701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63"/>
          <p:cNvSpPr txBox="1">
            <a:spLocks noGrp="1"/>
          </p:cNvSpPr>
          <p:nvPr>
            <p:ph type="title"/>
          </p:nvPr>
        </p:nvSpPr>
        <p:spPr>
          <a:xfrm>
            <a:off x="853950" y="581125"/>
            <a:ext cx="5660400" cy="1290000"/>
          </a:xfrm>
          <a:prstGeom prst="rect">
            <a:avLst/>
          </a:prstGeom>
        </p:spPr>
        <p:txBody>
          <a:bodyPr spcFirstLastPara="1" wrap="square" lIns="68575" tIns="68575" rIns="68575" bIns="68575" anchor="ctr" anchorCtr="0">
            <a:noAutofit/>
          </a:bodyPr>
          <a:lstStyle/>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32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spcBef>
                <a:spcPts val="0"/>
              </a:spcBef>
              <a:spcAft>
                <a:spcPts val="0"/>
              </a:spcAft>
              <a:buSzPts val="990"/>
              <a:buNone/>
            </a:pPr>
            <a:endParaRPr sz="8989"/>
          </a:p>
        </p:txBody>
      </p:sp>
      <p:sp>
        <p:nvSpPr>
          <p:cNvPr id="438" name="Google Shape;438;p63"/>
          <p:cNvSpPr txBox="1">
            <a:spLocks noGrp="1"/>
          </p:cNvSpPr>
          <p:nvPr>
            <p:ph type="body" idx="1"/>
          </p:nvPr>
        </p:nvSpPr>
        <p:spPr>
          <a:xfrm>
            <a:off x="647950" y="912375"/>
            <a:ext cx="5361000" cy="3765900"/>
          </a:xfrm>
          <a:prstGeom prst="rect">
            <a:avLst/>
          </a:prstGeom>
        </p:spPr>
        <p:txBody>
          <a:bodyPr spcFirstLastPara="1" wrap="square" lIns="68575" tIns="68575" rIns="68575" bIns="68575" anchor="t" anchorCtr="0">
            <a:noAutofit/>
          </a:bodyPr>
          <a:lstStyle/>
          <a:p>
            <a:pPr marL="457200" lvl="0" indent="-330200" algn="just" rtl="0">
              <a:spcBef>
                <a:spcPts val="0"/>
              </a:spcBef>
              <a:spcAft>
                <a:spcPts val="0"/>
              </a:spcAft>
              <a:buSzPts val="1600"/>
              <a:buFont typeface="Calibri"/>
              <a:buChar char="●"/>
            </a:pPr>
            <a:r>
              <a:rPr lang="en-GB" sz="1600" b="1">
                <a:latin typeface="Calibri"/>
                <a:ea typeface="Calibri"/>
                <a:cs typeface="Calibri"/>
                <a:sym typeface="Calibri"/>
              </a:rPr>
              <a:t>Bagging Method</a:t>
            </a:r>
            <a:endParaRPr sz="1600" b="1">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Bagging is an ensemble learning method</a:t>
            </a:r>
            <a:r>
              <a:rPr lang="en-GB">
                <a:latin typeface="Calibri"/>
                <a:ea typeface="Calibri"/>
                <a:cs typeface="Calibri"/>
                <a:sym typeface="Calibri"/>
              </a:rPr>
              <a:t> that trains many models, usually decision trees, on different random samples of the training data.</a:t>
            </a:r>
            <a:endParaRPr>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Each model gives its own prediction</a:t>
            </a:r>
            <a:r>
              <a:rPr lang="en-GB">
                <a:latin typeface="Calibri"/>
                <a:ea typeface="Calibri"/>
                <a:cs typeface="Calibri"/>
                <a:sym typeface="Calibri"/>
              </a:rPr>
              <a:t>, and the final result is decided by majority voting for classification. For example, if most trees predict &gt;50K, the bagging model predicts &gt;50K.</a:t>
            </a:r>
            <a:endParaRPr>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Bagging helps reduce overfitting and improves stability</a:t>
            </a:r>
            <a:r>
              <a:rPr lang="en-GB">
                <a:latin typeface="Calibri"/>
                <a:ea typeface="Calibri"/>
                <a:cs typeface="Calibri"/>
                <a:sym typeface="Calibri"/>
              </a:rPr>
              <a:t>, because it does not depend on only one decision tree. Instead, it combines many trees to get a more reliable prediction.</a:t>
            </a:r>
            <a:endParaRPr>
              <a:latin typeface="Calibri"/>
              <a:ea typeface="Calibri"/>
              <a:cs typeface="Calibri"/>
              <a:sym typeface="Calibri"/>
            </a:endParaRPr>
          </a:p>
          <a:p>
            <a:pPr marL="914400" lvl="0" indent="0" algn="just" rtl="0">
              <a:spcBef>
                <a:spcPts val="0"/>
              </a:spcBef>
              <a:spcAft>
                <a:spcPts val="0"/>
              </a:spcAft>
              <a:buNone/>
            </a:pPr>
            <a:endParaRPr b="1">
              <a:latin typeface="Calibri"/>
              <a:ea typeface="Calibri"/>
              <a:cs typeface="Calibri"/>
              <a:sym typeface="Calibri"/>
            </a:endParaRPr>
          </a:p>
          <a:p>
            <a:pPr marL="914400" lvl="0" indent="0" algn="just" rtl="0">
              <a:spcBef>
                <a:spcPts val="0"/>
              </a:spcBef>
              <a:spcAft>
                <a:spcPts val="0"/>
              </a:spcAft>
              <a:buNone/>
            </a:pPr>
            <a:endParaRPr b="1">
              <a:latin typeface="Calibri"/>
              <a:ea typeface="Calibri"/>
              <a:cs typeface="Calibri"/>
              <a:sym typeface="Calibri"/>
            </a:endParaRPr>
          </a:p>
          <a:p>
            <a:pPr marL="0" lvl="0" indent="0" algn="l" rtl="0">
              <a:spcBef>
                <a:spcPts val="0"/>
              </a:spcBef>
              <a:spcAft>
                <a:spcPts val="0"/>
              </a:spcAft>
              <a:buNone/>
            </a:pPr>
            <a:endParaRPr b="1">
              <a:latin typeface="Calibri"/>
              <a:ea typeface="Calibri"/>
              <a:cs typeface="Calibri"/>
              <a:sym typeface="Calibri"/>
            </a:endParaRPr>
          </a:p>
          <a:p>
            <a:pPr marL="0" lvl="0" indent="0" algn="ctr" rtl="0">
              <a:spcBef>
                <a:spcPts val="0"/>
              </a:spcBef>
              <a:spcAft>
                <a:spcPts val="0"/>
              </a:spcAft>
              <a:buNone/>
            </a:pPr>
            <a:endParaRPr b="1">
              <a:latin typeface="Calibri"/>
              <a:ea typeface="Calibri"/>
              <a:cs typeface="Calibri"/>
              <a:sym typeface="Calibri"/>
            </a:endParaRPr>
          </a:p>
        </p:txBody>
      </p:sp>
      <p:pic>
        <p:nvPicPr>
          <p:cNvPr id="439" name="Google Shape;439;p63"/>
          <p:cNvPicPr preferRelativeResize="0"/>
          <p:nvPr/>
        </p:nvPicPr>
        <p:blipFill>
          <a:blip r:embed="rId3">
            <a:alphaModFix/>
          </a:blip>
          <a:stretch>
            <a:fillRect/>
          </a:stretch>
        </p:blipFill>
        <p:spPr>
          <a:xfrm>
            <a:off x="6082900" y="1343600"/>
            <a:ext cx="2830250" cy="19833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64"/>
          <p:cNvSpPr txBox="1">
            <a:spLocks noGrp="1"/>
          </p:cNvSpPr>
          <p:nvPr>
            <p:ph type="title"/>
          </p:nvPr>
        </p:nvSpPr>
        <p:spPr>
          <a:xfrm>
            <a:off x="853950" y="581125"/>
            <a:ext cx="5660400" cy="1290000"/>
          </a:xfrm>
          <a:prstGeom prst="rect">
            <a:avLst/>
          </a:prstGeom>
        </p:spPr>
        <p:txBody>
          <a:bodyPr spcFirstLastPara="1" wrap="square" lIns="68575" tIns="68575" rIns="68575" bIns="68575" anchor="ctr" anchorCtr="0">
            <a:noAutofit/>
          </a:bodyPr>
          <a:lstStyle/>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32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spcBef>
                <a:spcPts val="0"/>
              </a:spcBef>
              <a:spcAft>
                <a:spcPts val="0"/>
              </a:spcAft>
              <a:buSzPts val="990"/>
              <a:buNone/>
            </a:pPr>
            <a:endParaRPr sz="8989"/>
          </a:p>
        </p:txBody>
      </p:sp>
      <p:sp>
        <p:nvSpPr>
          <p:cNvPr id="445" name="Google Shape;445;p64"/>
          <p:cNvSpPr txBox="1">
            <a:spLocks noGrp="1"/>
          </p:cNvSpPr>
          <p:nvPr>
            <p:ph type="body" idx="1"/>
          </p:nvPr>
        </p:nvSpPr>
        <p:spPr>
          <a:xfrm>
            <a:off x="647950" y="912375"/>
            <a:ext cx="5361000" cy="3736500"/>
          </a:xfrm>
          <a:prstGeom prst="rect">
            <a:avLst/>
          </a:prstGeom>
        </p:spPr>
        <p:txBody>
          <a:bodyPr spcFirstLastPara="1" wrap="square" lIns="68575" tIns="68575" rIns="68575" bIns="68575" anchor="t" anchorCtr="0">
            <a:noAutofit/>
          </a:bodyPr>
          <a:lstStyle/>
          <a:p>
            <a:pPr marL="457200" lvl="0" indent="-330200" algn="just" rtl="0">
              <a:spcBef>
                <a:spcPts val="0"/>
              </a:spcBef>
              <a:spcAft>
                <a:spcPts val="0"/>
              </a:spcAft>
              <a:buSzPts val="1600"/>
              <a:buFont typeface="Calibri"/>
              <a:buChar char="●"/>
            </a:pPr>
            <a:r>
              <a:rPr lang="en-GB" sz="1600" b="1">
                <a:latin typeface="Calibri"/>
                <a:ea typeface="Calibri"/>
                <a:cs typeface="Calibri"/>
                <a:sym typeface="Calibri"/>
              </a:rPr>
              <a:t>Gradient Boosting</a:t>
            </a:r>
            <a:endParaRPr sz="1600" b="1">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Gradient Boosting is a supervised ensemble model</a:t>
            </a:r>
            <a:r>
              <a:rPr lang="en-GB">
                <a:latin typeface="Calibri"/>
                <a:ea typeface="Calibri"/>
                <a:cs typeface="Calibri"/>
                <a:sym typeface="Calibri"/>
              </a:rPr>
              <a:t> that builds many small decision trees step by step. Each new tree tries to correct the mistakes made by the previous trees.</a:t>
            </a:r>
            <a:endParaRPr>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It improves prediction gradually</a:t>
            </a:r>
            <a:r>
              <a:rPr lang="en-GB">
                <a:latin typeface="Calibri"/>
                <a:ea typeface="Calibri"/>
                <a:cs typeface="Calibri"/>
                <a:sym typeface="Calibri"/>
              </a:rPr>
              <a:t>, because the model focuses more on the records that were predicted wrongly before. In this way, weak learners are combined to create a stronger final model.</a:t>
            </a:r>
            <a:endParaRPr>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In our project, Gradient Boosting performed best</a:t>
            </a:r>
            <a:r>
              <a:rPr lang="en-GB">
                <a:latin typeface="Calibri"/>
                <a:ea typeface="Calibri"/>
                <a:cs typeface="Calibri"/>
                <a:sym typeface="Calibri"/>
              </a:rPr>
              <a:t> because it can capture complex patterns between features like age, occupation, working hours, and capital gain/loss.</a:t>
            </a:r>
            <a:endParaRPr>
              <a:latin typeface="Calibri"/>
              <a:ea typeface="Calibri"/>
              <a:cs typeface="Calibri"/>
              <a:sym typeface="Calibri"/>
            </a:endParaRPr>
          </a:p>
          <a:p>
            <a:pPr marL="914400" lvl="0" indent="0" algn="just" rtl="0">
              <a:spcBef>
                <a:spcPts val="0"/>
              </a:spcBef>
              <a:spcAft>
                <a:spcPts val="0"/>
              </a:spcAft>
              <a:buNone/>
            </a:pPr>
            <a:endParaRPr b="1">
              <a:latin typeface="Calibri"/>
              <a:ea typeface="Calibri"/>
              <a:cs typeface="Calibri"/>
              <a:sym typeface="Calibri"/>
            </a:endParaRPr>
          </a:p>
          <a:p>
            <a:pPr marL="914400" lvl="0" indent="0" algn="just" rtl="0">
              <a:spcBef>
                <a:spcPts val="0"/>
              </a:spcBef>
              <a:spcAft>
                <a:spcPts val="0"/>
              </a:spcAft>
              <a:buNone/>
            </a:pPr>
            <a:endParaRPr b="1">
              <a:latin typeface="Calibri"/>
              <a:ea typeface="Calibri"/>
              <a:cs typeface="Calibri"/>
              <a:sym typeface="Calibri"/>
            </a:endParaRPr>
          </a:p>
          <a:p>
            <a:pPr marL="914400" lvl="0" indent="0" algn="just" rtl="0">
              <a:spcBef>
                <a:spcPts val="0"/>
              </a:spcBef>
              <a:spcAft>
                <a:spcPts val="0"/>
              </a:spcAft>
              <a:buNone/>
            </a:pPr>
            <a:endParaRPr b="1">
              <a:latin typeface="Calibri"/>
              <a:ea typeface="Calibri"/>
              <a:cs typeface="Calibri"/>
              <a:sym typeface="Calibri"/>
            </a:endParaRPr>
          </a:p>
          <a:p>
            <a:pPr marL="0" lvl="0" indent="0" algn="l" rtl="0">
              <a:spcBef>
                <a:spcPts val="0"/>
              </a:spcBef>
              <a:spcAft>
                <a:spcPts val="0"/>
              </a:spcAft>
              <a:buNone/>
            </a:pPr>
            <a:endParaRPr b="1">
              <a:latin typeface="Calibri"/>
              <a:ea typeface="Calibri"/>
              <a:cs typeface="Calibri"/>
              <a:sym typeface="Calibri"/>
            </a:endParaRPr>
          </a:p>
          <a:p>
            <a:pPr marL="0" lvl="0" indent="0" algn="ctr" rtl="0">
              <a:spcBef>
                <a:spcPts val="0"/>
              </a:spcBef>
              <a:spcAft>
                <a:spcPts val="0"/>
              </a:spcAft>
              <a:buNone/>
            </a:pPr>
            <a:endParaRPr b="1">
              <a:latin typeface="Calibri"/>
              <a:ea typeface="Calibri"/>
              <a:cs typeface="Calibri"/>
              <a:sym typeface="Calibri"/>
            </a:endParaRPr>
          </a:p>
        </p:txBody>
      </p:sp>
      <p:pic>
        <p:nvPicPr>
          <p:cNvPr id="446" name="Google Shape;446;p64"/>
          <p:cNvPicPr preferRelativeResize="0"/>
          <p:nvPr/>
        </p:nvPicPr>
        <p:blipFill>
          <a:blip r:embed="rId3">
            <a:alphaModFix/>
          </a:blip>
          <a:stretch>
            <a:fillRect/>
          </a:stretch>
        </p:blipFill>
        <p:spPr>
          <a:xfrm>
            <a:off x="6161350" y="1430200"/>
            <a:ext cx="2830251" cy="23480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65"/>
          <p:cNvSpPr txBox="1">
            <a:spLocks noGrp="1"/>
          </p:cNvSpPr>
          <p:nvPr>
            <p:ph type="title"/>
          </p:nvPr>
        </p:nvSpPr>
        <p:spPr>
          <a:xfrm>
            <a:off x="853950" y="581125"/>
            <a:ext cx="5660400" cy="1290000"/>
          </a:xfrm>
          <a:prstGeom prst="rect">
            <a:avLst/>
          </a:prstGeom>
        </p:spPr>
        <p:txBody>
          <a:bodyPr spcFirstLastPara="1" wrap="square" lIns="68575" tIns="68575" rIns="68575" bIns="68575" anchor="ctr" anchorCtr="0">
            <a:noAutofit/>
          </a:bodyPr>
          <a:lstStyle/>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3200">
              <a:solidFill>
                <a:schemeClr val="dk2"/>
              </a:solidFill>
              <a:latin typeface="Calibri"/>
              <a:ea typeface="Calibri"/>
              <a:cs typeface="Calibri"/>
              <a:sym typeface="Calibri"/>
            </a:endParaRPr>
          </a:p>
          <a:p>
            <a:pPr marL="0" lvl="0" indent="0" algn="l" rtl="0">
              <a:lnSpc>
                <a:spcPct val="115000"/>
              </a:lnSpc>
              <a:spcBef>
                <a:spcPts val="0"/>
              </a:spcBef>
              <a:spcAft>
                <a:spcPts val="0"/>
              </a:spcAft>
              <a:buSzPts val="1100"/>
              <a:buNone/>
            </a:pPr>
            <a:endParaRPr sz="2300">
              <a:solidFill>
                <a:schemeClr val="dk2"/>
              </a:solidFill>
              <a:latin typeface="Calibri"/>
              <a:ea typeface="Calibri"/>
              <a:cs typeface="Calibri"/>
              <a:sym typeface="Calibri"/>
            </a:endParaRPr>
          </a:p>
          <a:p>
            <a:pPr marL="0" lvl="0" indent="0" algn="l" rtl="0">
              <a:spcBef>
                <a:spcPts val="0"/>
              </a:spcBef>
              <a:spcAft>
                <a:spcPts val="0"/>
              </a:spcAft>
              <a:buSzPts val="990"/>
              <a:buNone/>
            </a:pPr>
            <a:endParaRPr sz="8989"/>
          </a:p>
        </p:txBody>
      </p:sp>
      <p:sp>
        <p:nvSpPr>
          <p:cNvPr id="452" name="Google Shape;452;p65"/>
          <p:cNvSpPr txBox="1">
            <a:spLocks noGrp="1"/>
          </p:cNvSpPr>
          <p:nvPr>
            <p:ph type="body" idx="1"/>
          </p:nvPr>
        </p:nvSpPr>
        <p:spPr>
          <a:xfrm>
            <a:off x="647950" y="912375"/>
            <a:ext cx="5361000" cy="3765900"/>
          </a:xfrm>
          <a:prstGeom prst="rect">
            <a:avLst/>
          </a:prstGeom>
        </p:spPr>
        <p:txBody>
          <a:bodyPr spcFirstLastPara="1" wrap="square" lIns="68575" tIns="68575" rIns="68575" bIns="68575" anchor="t" anchorCtr="0">
            <a:noAutofit/>
          </a:bodyPr>
          <a:lstStyle/>
          <a:p>
            <a:pPr marL="457200" lvl="0" indent="-330200" algn="just" rtl="0">
              <a:spcBef>
                <a:spcPts val="0"/>
              </a:spcBef>
              <a:spcAft>
                <a:spcPts val="0"/>
              </a:spcAft>
              <a:buSzPts val="1600"/>
              <a:buFont typeface="Calibri"/>
              <a:buChar char="●"/>
            </a:pPr>
            <a:r>
              <a:rPr lang="en-GB" sz="1600" b="1">
                <a:latin typeface="Calibri"/>
                <a:ea typeface="Calibri"/>
                <a:cs typeface="Calibri"/>
                <a:sym typeface="Calibri"/>
              </a:rPr>
              <a:t>Adaboost</a:t>
            </a:r>
            <a:endParaRPr sz="1600" b="1">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AdaBoost is an ensemble learning method</a:t>
            </a:r>
            <a:r>
              <a:rPr lang="en-GB">
                <a:latin typeface="Calibri"/>
                <a:ea typeface="Calibri"/>
                <a:cs typeface="Calibri"/>
                <a:sym typeface="Calibri"/>
              </a:rPr>
              <a:t> that combines many weak learners, usually small decision trees, to create one stronger model.</a:t>
            </a:r>
            <a:endParaRPr>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It trains models step by step.</a:t>
            </a:r>
            <a:r>
              <a:rPr lang="en-GB">
                <a:latin typeface="Calibri"/>
                <a:ea typeface="Calibri"/>
                <a:cs typeface="Calibri"/>
                <a:sym typeface="Calibri"/>
              </a:rPr>
              <a:t> After each model, AdaBoost gives more importance to the incorrectly predicted records, so the next model focuses more on those difficult cases.</a:t>
            </a:r>
            <a:endParaRPr>
              <a:latin typeface="Calibri"/>
              <a:ea typeface="Calibri"/>
              <a:cs typeface="Calibri"/>
              <a:sym typeface="Calibri"/>
            </a:endParaRPr>
          </a:p>
          <a:p>
            <a:pPr marL="914400" lvl="1" indent="-298450" algn="just" rtl="0">
              <a:spcBef>
                <a:spcPts val="0"/>
              </a:spcBef>
              <a:spcAft>
                <a:spcPts val="0"/>
              </a:spcAft>
              <a:buSzPts val="1100"/>
              <a:buFont typeface="Calibri"/>
              <a:buChar char="○"/>
            </a:pPr>
            <a:r>
              <a:rPr lang="en-GB" b="1">
                <a:latin typeface="Calibri"/>
                <a:ea typeface="Calibri"/>
                <a:cs typeface="Calibri"/>
                <a:sym typeface="Calibri"/>
              </a:rPr>
              <a:t>Final prediction is made by weighted voting.</a:t>
            </a:r>
            <a:r>
              <a:rPr lang="en-GB">
                <a:latin typeface="Calibri"/>
                <a:ea typeface="Calibri"/>
                <a:cs typeface="Calibri"/>
                <a:sym typeface="Calibri"/>
              </a:rPr>
              <a:t> Models that perform better get more influence in the final decision.</a:t>
            </a:r>
            <a:endParaRPr>
              <a:latin typeface="Calibri"/>
              <a:ea typeface="Calibri"/>
              <a:cs typeface="Calibri"/>
              <a:sym typeface="Calibri"/>
            </a:endParaRPr>
          </a:p>
          <a:p>
            <a:pPr marL="914400" lvl="0" indent="0" algn="just" rtl="0">
              <a:spcBef>
                <a:spcPts val="0"/>
              </a:spcBef>
              <a:spcAft>
                <a:spcPts val="0"/>
              </a:spcAft>
              <a:buNone/>
            </a:pPr>
            <a:endParaRPr b="1">
              <a:latin typeface="Calibri"/>
              <a:ea typeface="Calibri"/>
              <a:cs typeface="Calibri"/>
              <a:sym typeface="Calibri"/>
            </a:endParaRPr>
          </a:p>
          <a:p>
            <a:pPr marL="914400" lvl="0" indent="0" algn="just" rtl="0">
              <a:spcBef>
                <a:spcPts val="0"/>
              </a:spcBef>
              <a:spcAft>
                <a:spcPts val="0"/>
              </a:spcAft>
              <a:buNone/>
            </a:pPr>
            <a:endParaRPr b="1">
              <a:latin typeface="Calibri"/>
              <a:ea typeface="Calibri"/>
              <a:cs typeface="Calibri"/>
              <a:sym typeface="Calibri"/>
            </a:endParaRPr>
          </a:p>
          <a:p>
            <a:pPr marL="914400" lvl="0" indent="0" algn="just" rtl="0">
              <a:spcBef>
                <a:spcPts val="0"/>
              </a:spcBef>
              <a:spcAft>
                <a:spcPts val="0"/>
              </a:spcAft>
              <a:buNone/>
            </a:pPr>
            <a:endParaRPr b="1">
              <a:latin typeface="Calibri"/>
              <a:ea typeface="Calibri"/>
              <a:cs typeface="Calibri"/>
              <a:sym typeface="Calibri"/>
            </a:endParaRPr>
          </a:p>
          <a:p>
            <a:pPr marL="914400" lvl="0" indent="0" algn="just" rtl="0">
              <a:spcBef>
                <a:spcPts val="0"/>
              </a:spcBef>
              <a:spcAft>
                <a:spcPts val="0"/>
              </a:spcAft>
              <a:buNone/>
            </a:pPr>
            <a:endParaRPr b="1">
              <a:latin typeface="Calibri"/>
              <a:ea typeface="Calibri"/>
              <a:cs typeface="Calibri"/>
              <a:sym typeface="Calibri"/>
            </a:endParaRPr>
          </a:p>
          <a:p>
            <a:pPr marL="914400" lvl="0" indent="0" algn="just" rtl="0">
              <a:spcBef>
                <a:spcPts val="0"/>
              </a:spcBef>
              <a:spcAft>
                <a:spcPts val="0"/>
              </a:spcAft>
              <a:buNone/>
            </a:pPr>
            <a:endParaRPr b="1">
              <a:latin typeface="Calibri"/>
              <a:ea typeface="Calibri"/>
              <a:cs typeface="Calibri"/>
              <a:sym typeface="Calibri"/>
            </a:endParaRPr>
          </a:p>
          <a:p>
            <a:pPr marL="914400" lvl="0" indent="0" algn="just" rtl="0">
              <a:spcBef>
                <a:spcPts val="0"/>
              </a:spcBef>
              <a:spcAft>
                <a:spcPts val="0"/>
              </a:spcAft>
              <a:buNone/>
            </a:pPr>
            <a:endParaRPr b="1">
              <a:latin typeface="Calibri"/>
              <a:ea typeface="Calibri"/>
              <a:cs typeface="Calibri"/>
              <a:sym typeface="Calibri"/>
            </a:endParaRPr>
          </a:p>
          <a:p>
            <a:pPr marL="914400" lvl="0" indent="0" algn="just" rtl="0">
              <a:spcBef>
                <a:spcPts val="0"/>
              </a:spcBef>
              <a:spcAft>
                <a:spcPts val="0"/>
              </a:spcAft>
              <a:buNone/>
            </a:pPr>
            <a:endParaRPr b="1">
              <a:latin typeface="Calibri"/>
              <a:ea typeface="Calibri"/>
              <a:cs typeface="Calibri"/>
              <a:sym typeface="Calibri"/>
            </a:endParaRPr>
          </a:p>
          <a:p>
            <a:pPr marL="0" lvl="0" indent="0" algn="l" rtl="0">
              <a:spcBef>
                <a:spcPts val="0"/>
              </a:spcBef>
              <a:spcAft>
                <a:spcPts val="0"/>
              </a:spcAft>
              <a:buNone/>
            </a:pPr>
            <a:endParaRPr b="1">
              <a:latin typeface="Calibri"/>
              <a:ea typeface="Calibri"/>
              <a:cs typeface="Calibri"/>
              <a:sym typeface="Calibri"/>
            </a:endParaRPr>
          </a:p>
          <a:p>
            <a:pPr marL="0" lvl="0" indent="0" algn="ctr" rtl="0">
              <a:spcBef>
                <a:spcPts val="0"/>
              </a:spcBef>
              <a:spcAft>
                <a:spcPts val="0"/>
              </a:spcAft>
              <a:buNone/>
            </a:pPr>
            <a:endParaRPr b="1">
              <a:latin typeface="Calibri"/>
              <a:ea typeface="Calibri"/>
              <a:cs typeface="Calibri"/>
              <a:sym typeface="Calibri"/>
            </a:endParaRPr>
          </a:p>
        </p:txBody>
      </p:sp>
      <p:pic>
        <p:nvPicPr>
          <p:cNvPr id="453" name="Google Shape;453;p65"/>
          <p:cNvPicPr preferRelativeResize="0"/>
          <p:nvPr/>
        </p:nvPicPr>
        <p:blipFill rotWithShape="1">
          <a:blip r:embed="rId3">
            <a:alphaModFix/>
          </a:blip>
          <a:srcRect r="15697"/>
          <a:stretch/>
        </p:blipFill>
        <p:spPr>
          <a:xfrm>
            <a:off x="6062625" y="1348375"/>
            <a:ext cx="2499775" cy="241645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66"/>
          <p:cNvSpPr txBox="1">
            <a:spLocks noGrp="1"/>
          </p:cNvSpPr>
          <p:nvPr>
            <p:ph type="title"/>
          </p:nvPr>
        </p:nvSpPr>
        <p:spPr>
          <a:xfrm>
            <a:off x="853950" y="1304850"/>
            <a:ext cx="7436100" cy="317700"/>
          </a:xfrm>
          <a:prstGeom prst="rect">
            <a:avLst/>
          </a:prstGeom>
        </p:spPr>
        <p:txBody>
          <a:bodyPr spcFirstLastPara="1" wrap="square" lIns="68575" tIns="68575" rIns="68575" bIns="68575" anchor="ctr" anchorCtr="0">
            <a:normAutofit fontScale="90000"/>
          </a:bodyPr>
          <a:lstStyle/>
          <a:p>
            <a:pPr marL="0" lvl="0" indent="0" algn="l" rtl="0">
              <a:lnSpc>
                <a:spcPct val="115000"/>
              </a:lnSpc>
              <a:spcBef>
                <a:spcPts val="0"/>
              </a:spcBef>
              <a:spcAft>
                <a:spcPts val="0"/>
              </a:spcAft>
              <a:buClr>
                <a:schemeClr val="dk2"/>
              </a:buClr>
              <a:buSzPct val="43137"/>
              <a:buFont typeface="Arial"/>
              <a:buNone/>
            </a:pPr>
            <a:r>
              <a:rPr lang="en-GB" sz="2550">
                <a:solidFill>
                  <a:schemeClr val="dk2"/>
                </a:solidFill>
                <a:latin typeface="Calibri"/>
                <a:ea typeface="Calibri"/>
                <a:cs typeface="Calibri"/>
                <a:sym typeface="Calibri"/>
              </a:rPr>
              <a:t>Raw Data Accuracy Results</a:t>
            </a:r>
            <a:endParaRPr sz="2550">
              <a:solidFill>
                <a:schemeClr val="dk2"/>
              </a:solidFill>
              <a:latin typeface="Calibri"/>
              <a:ea typeface="Calibri"/>
              <a:cs typeface="Calibri"/>
              <a:sym typeface="Calibri"/>
            </a:endParaRPr>
          </a:p>
          <a:p>
            <a:pPr marL="0" lvl="0" indent="0" algn="ctr" rtl="0">
              <a:spcBef>
                <a:spcPts val="0"/>
              </a:spcBef>
              <a:spcAft>
                <a:spcPts val="0"/>
              </a:spcAft>
              <a:buNone/>
            </a:pPr>
            <a:endParaRPr/>
          </a:p>
        </p:txBody>
      </p:sp>
      <p:sp>
        <p:nvSpPr>
          <p:cNvPr id="459" name="Google Shape;459;p66"/>
          <p:cNvSpPr txBox="1">
            <a:spLocks noGrp="1"/>
          </p:cNvSpPr>
          <p:nvPr>
            <p:ph type="body" idx="1"/>
          </p:nvPr>
        </p:nvSpPr>
        <p:spPr>
          <a:xfrm>
            <a:off x="853950" y="1194275"/>
            <a:ext cx="7843800" cy="3373200"/>
          </a:xfrm>
          <a:prstGeom prst="rect">
            <a:avLst/>
          </a:prstGeom>
        </p:spPr>
        <p:txBody>
          <a:bodyPr spcFirstLastPara="1" wrap="square" lIns="68575" tIns="68575" rIns="68575" bIns="68575" anchor="t" anchorCtr="0">
            <a:noAutofit/>
          </a:bodyPr>
          <a:lstStyle/>
          <a:p>
            <a:pPr marL="457200" lvl="0" indent="-317500" algn="just" rtl="0">
              <a:spcBef>
                <a:spcPts val="0"/>
              </a:spcBef>
              <a:spcAft>
                <a:spcPts val="0"/>
              </a:spcAft>
              <a:buSzPts val="1400"/>
              <a:buFont typeface="Calibri"/>
              <a:buChar char="●"/>
            </a:pPr>
            <a:r>
              <a:rPr lang="en-GB" b="1" dirty="0">
                <a:latin typeface="Calibri"/>
                <a:ea typeface="Calibri"/>
                <a:cs typeface="Calibri"/>
                <a:sym typeface="Calibri"/>
              </a:rPr>
              <a:t>Raw dataset baseline:</a:t>
            </a:r>
            <a:r>
              <a:rPr lang="en-GB" dirty="0">
                <a:latin typeface="Calibri"/>
                <a:ea typeface="Calibri"/>
                <a:cs typeface="Calibri"/>
                <a:sym typeface="Calibri"/>
              </a:rPr>
              <a:t> First experiment used the original raw dataset. No impurity removal or feature engineering was applied yet. The goal was to create a starting baseline for later comparison.</a:t>
            </a:r>
            <a:endParaRPr dirty="0">
              <a:latin typeface="Calibri"/>
              <a:ea typeface="Calibri"/>
              <a:cs typeface="Calibri"/>
              <a:sym typeface="Calibri"/>
            </a:endParaRPr>
          </a:p>
          <a:p>
            <a:pPr marL="457200" lvl="0" indent="-317500" algn="just" rtl="0">
              <a:spcBef>
                <a:spcPts val="0"/>
              </a:spcBef>
              <a:spcAft>
                <a:spcPts val="0"/>
              </a:spcAft>
              <a:buSzPts val="1400"/>
              <a:buFont typeface="Calibri"/>
              <a:buChar char="●"/>
            </a:pPr>
            <a:r>
              <a:rPr lang="en-GB" b="1" dirty="0">
                <a:latin typeface="Calibri"/>
                <a:ea typeface="Calibri"/>
                <a:cs typeface="Calibri"/>
                <a:sym typeface="Calibri"/>
              </a:rPr>
              <a:t>Best model:</a:t>
            </a:r>
            <a:r>
              <a:rPr lang="en-GB" dirty="0">
                <a:latin typeface="Calibri"/>
                <a:ea typeface="Calibri"/>
                <a:cs typeface="Calibri"/>
                <a:sym typeface="Calibri"/>
              </a:rPr>
              <a:t> Gradient Boosting gave the best raw-data result. Best raw-data accuracy: 0.6082. It performed slightly better than Random Forest and Bagging in this stage.</a:t>
            </a:r>
            <a:endParaRPr dirty="0">
              <a:latin typeface="Calibri"/>
              <a:ea typeface="Calibri"/>
              <a:cs typeface="Calibri"/>
              <a:sym typeface="Calibri"/>
            </a:endParaRPr>
          </a:p>
          <a:p>
            <a:pPr marL="457200" lvl="0" indent="-317500" algn="just" rtl="0">
              <a:spcBef>
                <a:spcPts val="0"/>
              </a:spcBef>
              <a:spcAft>
                <a:spcPts val="0"/>
              </a:spcAft>
              <a:buSzPts val="1400"/>
              <a:buFont typeface="Calibri"/>
              <a:buChar char="●"/>
            </a:pPr>
            <a:r>
              <a:rPr lang="en-GB" b="1" dirty="0">
                <a:latin typeface="Calibri"/>
                <a:ea typeface="Calibri"/>
                <a:cs typeface="Calibri"/>
                <a:sym typeface="Calibri"/>
              </a:rPr>
              <a:t>Main takeaway:</a:t>
            </a:r>
            <a:r>
              <a:rPr lang="en-GB" dirty="0">
                <a:latin typeface="Calibri"/>
                <a:ea typeface="Calibri"/>
                <a:cs typeface="Calibri"/>
                <a:sym typeface="Calibri"/>
              </a:rPr>
              <a:t> Raw data produced weak model performance. Accuracy stayed close to the 60% range. This proved that cleaning and feature engineering were needed to improve the model.</a:t>
            </a:r>
            <a:endParaRPr dirty="0">
              <a:latin typeface="Calibri"/>
              <a:ea typeface="Calibri"/>
              <a:cs typeface="Calibri"/>
              <a:sym typeface="Calibri"/>
            </a:endParaRPr>
          </a:p>
          <a:p>
            <a:pPr marL="0" lvl="0" indent="0" algn="ctr" rtl="0">
              <a:spcBef>
                <a:spcPts val="0"/>
              </a:spcBef>
              <a:spcAft>
                <a:spcPts val="0"/>
              </a:spcAft>
              <a:buNone/>
            </a:pPr>
            <a:endParaRPr sz="2500" dirty="0"/>
          </a:p>
        </p:txBody>
      </p:sp>
      <p:graphicFrame>
        <p:nvGraphicFramePr>
          <p:cNvPr id="460" name="Google Shape;460;p66"/>
          <p:cNvGraphicFramePr/>
          <p:nvPr>
            <p:extLst>
              <p:ext uri="{D42A27DB-BD31-4B8C-83A1-F6EECF244321}">
                <p14:modId xmlns:p14="http://schemas.microsoft.com/office/powerpoint/2010/main" val="2032270137"/>
              </p:ext>
            </p:extLst>
          </p:nvPr>
        </p:nvGraphicFramePr>
        <p:xfrm>
          <a:off x="1012950" y="3283050"/>
          <a:ext cx="7684800" cy="1219140"/>
        </p:xfrm>
        <a:graphic>
          <a:graphicData uri="http://schemas.openxmlformats.org/drawingml/2006/table">
            <a:tbl>
              <a:tblPr>
                <a:noFill/>
                <a:tableStyleId>{68743728-9FBD-4B8E-9F55-8127AA9A19A7}</a:tableStyleId>
              </a:tblPr>
              <a:tblGrid>
                <a:gridCol w="960600">
                  <a:extLst>
                    <a:ext uri="{9D8B030D-6E8A-4147-A177-3AD203B41FA5}">
                      <a16:colId xmlns:a16="http://schemas.microsoft.com/office/drawing/2014/main" val="20000"/>
                    </a:ext>
                  </a:extLst>
                </a:gridCol>
                <a:gridCol w="960600">
                  <a:extLst>
                    <a:ext uri="{9D8B030D-6E8A-4147-A177-3AD203B41FA5}">
                      <a16:colId xmlns:a16="http://schemas.microsoft.com/office/drawing/2014/main" val="20001"/>
                    </a:ext>
                  </a:extLst>
                </a:gridCol>
                <a:gridCol w="960600">
                  <a:extLst>
                    <a:ext uri="{9D8B030D-6E8A-4147-A177-3AD203B41FA5}">
                      <a16:colId xmlns:a16="http://schemas.microsoft.com/office/drawing/2014/main" val="20002"/>
                    </a:ext>
                  </a:extLst>
                </a:gridCol>
                <a:gridCol w="960600">
                  <a:extLst>
                    <a:ext uri="{9D8B030D-6E8A-4147-A177-3AD203B41FA5}">
                      <a16:colId xmlns:a16="http://schemas.microsoft.com/office/drawing/2014/main" val="20003"/>
                    </a:ext>
                  </a:extLst>
                </a:gridCol>
                <a:gridCol w="960600">
                  <a:extLst>
                    <a:ext uri="{9D8B030D-6E8A-4147-A177-3AD203B41FA5}">
                      <a16:colId xmlns:a16="http://schemas.microsoft.com/office/drawing/2014/main" val="20004"/>
                    </a:ext>
                  </a:extLst>
                </a:gridCol>
                <a:gridCol w="960600">
                  <a:extLst>
                    <a:ext uri="{9D8B030D-6E8A-4147-A177-3AD203B41FA5}">
                      <a16:colId xmlns:a16="http://schemas.microsoft.com/office/drawing/2014/main" val="20005"/>
                    </a:ext>
                  </a:extLst>
                </a:gridCol>
                <a:gridCol w="960600">
                  <a:extLst>
                    <a:ext uri="{9D8B030D-6E8A-4147-A177-3AD203B41FA5}">
                      <a16:colId xmlns:a16="http://schemas.microsoft.com/office/drawing/2014/main" val="20006"/>
                    </a:ext>
                  </a:extLst>
                </a:gridCol>
                <a:gridCol w="960600">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r>
                        <a:rPr lang="en-GB"/>
                        <a:t>Method</a:t>
                      </a:r>
                      <a:endParaRPr/>
                    </a:p>
                  </a:txBody>
                  <a:tcPr marL="91425" marR="91425" marT="91425" marB="91425"/>
                </a:tc>
                <a:tc>
                  <a:txBody>
                    <a:bodyPr/>
                    <a:lstStyle/>
                    <a:p>
                      <a:pPr marL="0" lvl="0" indent="0" algn="l" rtl="0">
                        <a:spcBef>
                          <a:spcPts val="0"/>
                        </a:spcBef>
                        <a:spcAft>
                          <a:spcPts val="0"/>
                        </a:spcAft>
                        <a:buNone/>
                      </a:pPr>
                      <a:r>
                        <a:rPr lang="en-GB"/>
                        <a:t>KNN</a:t>
                      </a:r>
                      <a:endParaRPr/>
                    </a:p>
                  </a:txBody>
                  <a:tcPr marL="91425" marR="91425" marT="91425" marB="91425"/>
                </a:tc>
                <a:tc>
                  <a:txBody>
                    <a:bodyPr/>
                    <a:lstStyle/>
                    <a:p>
                      <a:pPr marL="0" lvl="0" indent="0" algn="l" rtl="0">
                        <a:spcBef>
                          <a:spcPts val="0"/>
                        </a:spcBef>
                        <a:spcAft>
                          <a:spcPts val="0"/>
                        </a:spcAft>
                        <a:buNone/>
                      </a:pPr>
                      <a:r>
                        <a:rPr lang="en-GB"/>
                        <a:t>Logistic Regression</a:t>
                      </a:r>
                      <a:endParaRPr/>
                    </a:p>
                  </a:txBody>
                  <a:tcPr marL="91425" marR="91425" marT="91425" marB="91425"/>
                </a:tc>
                <a:tc>
                  <a:txBody>
                    <a:bodyPr/>
                    <a:lstStyle/>
                    <a:p>
                      <a:pPr marL="0" lvl="0" indent="0" algn="l" rtl="0">
                        <a:spcBef>
                          <a:spcPts val="0"/>
                        </a:spcBef>
                        <a:spcAft>
                          <a:spcPts val="0"/>
                        </a:spcAft>
                        <a:buNone/>
                      </a:pPr>
                      <a:r>
                        <a:rPr lang="en-GB"/>
                        <a:t>Decision Tree</a:t>
                      </a:r>
                      <a:endParaRPr/>
                    </a:p>
                  </a:txBody>
                  <a:tcPr marL="91425" marR="91425" marT="91425" marB="91425"/>
                </a:tc>
                <a:tc>
                  <a:txBody>
                    <a:bodyPr/>
                    <a:lstStyle/>
                    <a:p>
                      <a:pPr marL="0" lvl="0" indent="0" algn="l" rtl="0">
                        <a:spcBef>
                          <a:spcPts val="0"/>
                        </a:spcBef>
                        <a:spcAft>
                          <a:spcPts val="0"/>
                        </a:spcAft>
                        <a:buNone/>
                      </a:pPr>
                      <a:r>
                        <a:rPr lang="en-GB"/>
                        <a:t>Random Forest</a:t>
                      </a:r>
                      <a:endParaRPr/>
                    </a:p>
                  </a:txBody>
                  <a:tcPr marL="91425" marR="91425" marT="91425" marB="91425"/>
                </a:tc>
                <a:tc>
                  <a:txBody>
                    <a:bodyPr/>
                    <a:lstStyle/>
                    <a:p>
                      <a:pPr marL="0" lvl="0" indent="0" algn="l" rtl="0">
                        <a:spcBef>
                          <a:spcPts val="0"/>
                        </a:spcBef>
                        <a:spcAft>
                          <a:spcPts val="0"/>
                        </a:spcAft>
                        <a:buNone/>
                      </a:pPr>
                      <a:r>
                        <a:rPr lang="en-GB"/>
                        <a:t>Bagging</a:t>
                      </a:r>
                      <a:endParaRPr/>
                    </a:p>
                  </a:txBody>
                  <a:tcPr marL="91425" marR="91425" marT="91425" marB="91425"/>
                </a:tc>
                <a:tc>
                  <a:txBody>
                    <a:bodyPr/>
                    <a:lstStyle/>
                    <a:p>
                      <a:pPr marL="0" lvl="0" indent="0" algn="l" rtl="0">
                        <a:spcBef>
                          <a:spcPts val="0"/>
                        </a:spcBef>
                        <a:spcAft>
                          <a:spcPts val="0"/>
                        </a:spcAft>
                        <a:buNone/>
                      </a:pPr>
                      <a:r>
                        <a:rPr lang="en-GB"/>
                        <a:t>Gradient Boosting</a:t>
                      </a:r>
                      <a:endParaRPr/>
                    </a:p>
                  </a:txBody>
                  <a:tcPr marL="91425" marR="91425" marT="91425" marB="91425"/>
                </a:tc>
                <a:tc>
                  <a:txBody>
                    <a:bodyPr/>
                    <a:lstStyle/>
                    <a:p>
                      <a:pPr marL="0" lvl="0" indent="0" algn="l" rtl="0">
                        <a:spcBef>
                          <a:spcPts val="0"/>
                        </a:spcBef>
                        <a:spcAft>
                          <a:spcPts val="0"/>
                        </a:spcAft>
                        <a:buNone/>
                      </a:pPr>
                      <a:r>
                        <a:rPr lang="en-GB"/>
                        <a:t>AdaBoost</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GB"/>
                        <a:t>Accuracy</a:t>
                      </a:r>
                      <a:endParaRPr/>
                    </a:p>
                  </a:txBody>
                  <a:tcPr marL="91425" marR="91425" marT="91425" marB="91425"/>
                </a:tc>
                <a:tc>
                  <a:txBody>
                    <a:bodyPr/>
                    <a:lstStyle/>
                    <a:p>
                      <a:pPr marL="0" lvl="0" indent="0" algn="l" rtl="0">
                        <a:spcBef>
                          <a:spcPts val="0"/>
                        </a:spcBef>
                        <a:spcAft>
                          <a:spcPts val="0"/>
                        </a:spcAft>
                        <a:buNone/>
                      </a:pPr>
                      <a:r>
                        <a:rPr lang="en-GB" dirty="0"/>
                        <a:t>0.5818</a:t>
                      </a:r>
                      <a:endParaRPr dirty="0"/>
                    </a:p>
                  </a:txBody>
                  <a:tcPr marL="91425" marR="91425" marT="91425" marB="91425"/>
                </a:tc>
                <a:tc>
                  <a:txBody>
                    <a:bodyPr/>
                    <a:lstStyle/>
                    <a:p>
                      <a:pPr marL="0" lvl="0" indent="0" algn="l" rtl="0">
                        <a:spcBef>
                          <a:spcPts val="0"/>
                        </a:spcBef>
                        <a:spcAft>
                          <a:spcPts val="0"/>
                        </a:spcAft>
                        <a:buNone/>
                      </a:pPr>
                      <a:r>
                        <a:rPr lang="en-GB" dirty="0"/>
                        <a:t>0.5953</a:t>
                      </a:r>
                      <a:endParaRPr dirty="0"/>
                    </a:p>
                  </a:txBody>
                  <a:tcPr marL="91425" marR="91425" marT="91425" marB="91425"/>
                </a:tc>
                <a:tc>
                  <a:txBody>
                    <a:bodyPr/>
                    <a:lstStyle/>
                    <a:p>
                      <a:pPr marL="0" lvl="0" indent="0" algn="l" rtl="0">
                        <a:spcBef>
                          <a:spcPts val="0"/>
                        </a:spcBef>
                        <a:spcAft>
                          <a:spcPts val="0"/>
                        </a:spcAft>
                        <a:buNone/>
                      </a:pPr>
                      <a:r>
                        <a:rPr lang="en-GB" dirty="0"/>
                        <a:t>0.5947</a:t>
                      </a:r>
                      <a:endParaRPr dirty="0"/>
                    </a:p>
                  </a:txBody>
                  <a:tcPr marL="91425" marR="91425" marT="91425" marB="91425"/>
                </a:tc>
                <a:tc>
                  <a:txBody>
                    <a:bodyPr/>
                    <a:lstStyle/>
                    <a:p>
                      <a:pPr marL="0" lvl="0" indent="0" algn="l" rtl="0">
                        <a:spcBef>
                          <a:spcPts val="0"/>
                        </a:spcBef>
                        <a:spcAft>
                          <a:spcPts val="0"/>
                        </a:spcAft>
                        <a:buNone/>
                      </a:pPr>
                      <a:r>
                        <a:rPr lang="en-GB" dirty="0"/>
                        <a:t>0.6018</a:t>
                      </a:r>
                      <a:endParaRPr dirty="0"/>
                    </a:p>
                  </a:txBody>
                  <a:tcPr marL="91425" marR="91425" marT="91425" marB="91425"/>
                </a:tc>
                <a:tc>
                  <a:txBody>
                    <a:bodyPr/>
                    <a:lstStyle/>
                    <a:p>
                      <a:pPr marL="0" lvl="0" indent="0" algn="l" rtl="0">
                        <a:spcBef>
                          <a:spcPts val="0"/>
                        </a:spcBef>
                        <a:spcAft>
                          <a:spcPts val="0"/>
                        </a:spcAft>
                        <a:buNone/>
                      </a:pPr>
                      <a:r>
                        <a:rPr lang="en-GB" dirty="0"/>
                        <a:t>0.6063</a:t>
                      </a:r>
                      <a:endParaRPr dirty="0"/>
                    </a:p>
                  </a:txBody>
                  <a:tcPr marL="91425" marR="91425" marT="91425" marB="91425"/>
                </a:tc>
                <a:tc>
                  <a:txBody>
                    <a:bodyPr/>
                    <a:lstStyle/>
                    <a:p>
                      <a:pPr marL="0" lvl="0" indent="0" algn="l" rtl="0">
                        <a:spcBef>
                          <a:spcPts val="0"/>
                        </a:spcBef>
                        <a:spcAft>
                          <a:spcPts val="0"/>
                        </a:spcAft>
                        <a:buNone/>
                      </a:pPr>
                      <a:r>
                        <a:rPr lang="en-GB" dirty="0"/>
                        <a:t>0.6082</a:t>
                      </a:r>
                      <a:endParaRPr dirty="0"/>
                    </a:p>
                  </a:txBody>
                  <a:tcPr marL="91425" marR="91425" marT="91425" marB="91425"/>
                </a:tc>
                <a:tc>
                  <a:txBody>
                    <a:bodyPr/>
                    <a:lstStyle/>
                    <a:p>
                      <a:pPr marL="0" lvl="0" indent="0" algn="l" rtl="0">
                        <a:spcBef>
                          <a:spcPts val="0"/>
                        </a:spcBef>
                        <a:spcAft>
                          <a:spcPts val="0"/>
                        </a:spcAft>
                        <a:buNone/>
                      </a:pPr>
                      <a:r>
                        <a:rPr lang="en-GB" dirty="0"/>
                        <a:t>0.5998</a:t>
                      </a:r>
                      <a:endParaRPr dirty="0"/>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7"/>
          <p:cNvSpPr txBox="1">
            <a:spLocks noGrp="1"/>
          </p:cNvSpPr>
          <p:nvPr>
            <p:ph type="title"/>
          </p:nvPr>
        </p:nvSpPr>
        <p:spPr>
          <a:xfrm>
            <a:off x="853950" y="1304850"/>
            <a:ext cx="7436100" cy="317700"/>
          </a:xfrm>
          <a:prstGeom prst="rect">
            <a:avLst/>
          </a:prstGeom>
        </p:spPr>
        <p:txBody>
          <a:bodyPr spcFirstLastPara="1" wrap="square" lIns="68575" tIns="68575" rIns="68575" bIns="68575" anchor="ctr" anchorCtr="0">
            <a:normAutofit fontScale="90000"/>
          </a:bodyPr>
          <a:lstStyle/>
          <a:p>
            <a:pPr marL="0" lvl="0" indent="0" algn="l" rtl="0">
              <a:lnSpc>
                <a:spcPct val="115000"/>
              </a:lnSpc>
              <a:spcBef>
                <a:spcPts val="0"/>
              </a:spcBef>
              <a:spcAft>
                <a:spcPts val="0"/>
              </a:spcAft>
              <a:buClr>
                <a:schemeClr val="dk2"/>
              </a:buClr>
              <a:buSzPct val="43137"/>
              <a:buFont typeface="Arial"/>
              <a:buNone/>
            </a:pPr>
            <a:r>
              <a:rPr lang="en-GB" sz="2550" dirty="0">
                <a:solidFill>
                  <a:schemeClr val="dk2"/>
                </a:solidFill>
                <a:latin typeface="Calibri"/>
                <a:ea typeface="Calibri"/>
                <a:cs typeface="Calibri"/>
                <a:sym typeface="Calibri"/>
              </a:rPr>
              <a:t>Removing Impurities: Numeric Columns Only</a:t>
            </a:r>
            <a:endParaRPr sz="255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ctr" rtl="0">
              <a:spcBef>
                <a:spcPts val="0"/>
              </a:spcBef>
              <a:spcAft>
                <a:spcPts val="0"/>
              </a:spcAft>
              <a:buNone/>
            </a:pPr>
            <a:endParaRPr dirty="0"/>
          </a:p>
        </p:txBody>
      </p:sp>
      <p:sp>
        <p:nvSpPr>
          <p:cNvPr id="466" name="Google Shape;466;p67"/>
          <p:cNvSpPr txBox="1">
            <a:spLocks noGrp="1"/>
          </p:cNvSpPr>
          <p:nvPr>
            <p:ph type="body" idx="1"/>
          </p:nvPr>
        </p:nvSpPr>
        <p:spPr>
          <a:xfrm>
            <a:off x="810250" y="809750"/>
            <a:ext cx="7992300" cy="2455500"/>
          </a:xfrm>
          <a:prstGeom prst="rect">
            <a:avLst/>
          </a:prstGeom>
        </p:spPr>
        <p:txBody>
          <a:bodyPr spcFirstLastPara="1" wrap="square" lIns="68575" tIns="68575" rIns="68575" bIns="68575" anchor="t" anchorCtr="0">
            <a:noAutofit/>
          </a:bodyPr>
          <a:lstStyle/>
          <a:p>
            <a:pPr marL="457200" lvl="0" indent="-317500" algn="just" rtl="0">
              <a:spcBef>
                <a:spcPts val="0"/>
              </a:spcBef>
              <a:spcAft>
                <a:spcPts val="0"/>
              </a:spcAft>
              <a:buSzPts val="1400"/>
              <a:buFont typeface="Calibri"/>
              <a:buChar char="●"/>
            </a:pPr>
            <a:r>
              <a:rPr lang="en-GB" b="1" dirty="0">
                <a:latin typeface="Calibri"/>
                <a:ea typeface="Calibri"/>
                <a:cs typeface="Calibri"/>
                <a:sym typeface="Calibri"/>
              </a:rPr>
              <a:t>Cleaned numeric dataset:</a:t>
            </a:r>
            <a:r>
              <a:rPr lang="en-GB" dirty="0">
                <a:latin typeface="Calibri"/>
                <a:ea typeface="Calibri"/>
                <a:cs typeface="Calibri"/>
                <a:sym typeface="Calibri"/>
              </a:rPr>
              <a:t> Impurity values such as '?' and '.' were removed. Only numeric columns were used in this experiment. The goal was to check how much prediction power came from numerical features.</a:t>
            </a:r>
            <a:endParaRPr dirty="0">
              <a:latin typeface="Calibri"/>
              <a:ea typeface="Calibri"/>
              <a:cs typeface="Calibri"/>
              <a:sym typeface="Calibri"/>
            </a:endParaRPr>
          </a:p>
          <a:p>
            <a:pPr marL="457200" lvl="0" indent="-317500" algn="just" rtl="0">
              <a:spcBef>
                <a:spcPts val="0"/>
              </a:spcBef>
              <a:spcAft>
                <a:spcPts val="0"/>
              </a:spcAft>
              <a:buSzPts val="1400"/>
              <a:buFont typeface="Calibri"/>
              <a:buChar char="●"/>
            </a:pPr>
            <a:r>
              <a:rPr lang="en-GB" b="1" dirty="0">
                <a:latin typeface="Calibri"/>
                <a:ea typeface="Calibri"/>
                <a:cs typeface="Calibri"/>
                <a:sym typeface="Calibri"/>
              </a:rPr>
              <a:t>Best model:</a:t>
            </a:r>
            <a:r>
              <a:rPr lang="en-GB" dirty="0">
                <a:latin typeface="Calibri"/>
                <a:ea typeface="Calibri"/>
                <a:cs typeface="Calibri"/>
                <a:sym typeface="Calibri"/>
              </a:rPr>
              <a:t> Gradient Boosting gave the best result. Best numeric-only accuracy: 0.8463. It performed slightly better than Bagging and Random Forest in this stage.</a:t>
            </a:r>
            <a:endParaRPr dirty="0">
              <a:latin typeface="Calibri"/>
              <a:ea typeface="Calibri"/>
              <a:cs typeface="Calibri"/>
              <a:sym typeface="Calibri"/>
            </a:endParaRPr>
          </a:p>
          <a:p>
            <a:pPr marL="457200" lvl="0" indent="-317500" algn="just" rtl="0">
              <a:spcBef>
                <a:spcPts val="0"/>
              </a:spcBef>
              <a:spcAft>
                <a:spcPts val="0"/>
              </a:spcAft>
              <a:buSzPts val="1400"/>
              <a:buFont typeface="Calibri"/>
              <a:buChar char="●"/>
            </a:pPr>
            <a:r>
              <a:rPr lang="en-GB" b="1" dirty="0">
                <a:latin typeface="Calibri"/>
                <a:ea typeface="Calibri"/>
                <a:cs typeface="Calibri"/>
                <a:sym typeface="Calibri"/>
              </a:rPr>
              <a:t>Main takeaway:</a:t>
            </a:r>
            <a:r>
              <a:rPr lang="en-GB" dirty="0">
                <a:latin typeface="Calibri"/>
                <a:ea typeface="Calibri"/>
                <a:cs typeface="Calibri"/>
                <a:sym typeface="Calibri"/>
              </a:rPr>
              <a:t> Numeric features were highly useful after cleaning. Accuracy improved strongly compared with raw data. This proved that impurity removal had a major effect on model performance.</a:t>
            </a:r>
            <a:endParaRPr dirty="0">
              <a:latin typeface="Calibri"/>
              <a:ea typeface="Calibri"/>
              <a:cs typeface="Calibri"/>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0" lvl="0" indent="0" algn="ctr" rtl="0">
              <a:spcBef>
                <a:spcPts val="0"/>
              </a:spcBef>
              <a:spcAft>
                <a:spcPts val="0"/>
              </a:spcAft>
              <a:buNone/>
            </a:pPr>
            <a:endParaRPr sz="2500" dirty="0"/>
          </a:p>
        </p:txBody>
      </p:sp>
      <p:graphicFrame>
        <p:nvGraphicFramePr>
          <p:cNvPr id="467" name="Google Shape;467;p67"/>
          <p:cNvGraphicFramePr/>
          <p:nvPr>
            <p:extLst>
              <p:ext uri="{D42A27DB-BD31-4B8C-83A1-F6EECF244321}">
                <p14:modId xmlns:p14="http://schemas.microsoft.com/office/powerpoint/2010/main" val="329588455"/>
              </p:ext>
            </p:extLst>
          </p:nvPr>
        </p:nvGraphicFramePr>
        <p:xfrm>
          <a:off x="1223250" y="3352925"/>
          <a:ext cx="7684800" cy="1219140"/>
        </p:xfrm>
        <a:graphic>
          <a:graphicData uri="http://schemas.openxmlformats.org/drawingml/2006/table">
            <a:tbl>
              <a:tblPr>
                <a:noFill/>
                <a:tableStyleId>{68743728-9FBD-4B8E-9F55-8127AA9A19A7}</a:tableStyleId>
              </a:tblPr>
              <a:tblGrid>
                <a:gridCol w="960600">
                  <a:extLst>
                    <a:ext uri="{9D8B030D-6E8A-4147-A177-3AD203B41FA5}">
                      <a16:colId xmlns:a16="http://schemas.microsoft.com/office/drawing/2014/main" val="20000"/>
                    </a:ext>
                  </a:extLst>
                </a:gridCol>
                <a:gridCol w="960600">
                  <a:extLst>
                    <a:ext uri="{9D8B030D-6E8A-4147-A177-3AD203B41FA5}">
                      <a16:colId xmlns:a16="http://schemas.microsoft.com/office/drawing/2014/main" val="20001"/>
                    </a:ext>
                  </a:extLst>
                </a:gridCol>
                <a:gridCol w="960600">
                  <a:extLst>
                    <a:ext uri="{9D8B030D-6E8A-4147-A177-3AD203B41FA5}">
                      <a16:colId xmlns:a16="http://schemas.microsoft.com/office/drawing/2014/main" val="20002"/>
                    </a:ext>
                  </a:extLst>
                </a:gridCol>
                <a:gridCol w="960600">
                  <a:extLst>
                    <a:ext uri="{9D8B030D-6E8A-4147-A177-3AD203B41FA5}">
                      <a16:colId xmlns:a16="http://schemas.microsoft.com/office/drawing/2014/main" val="20003"/>
                    </a:ext>
                  </a:extLst>
                </a:gridCol>
                <a:gridCol w="960600">
                  <a:extLst>
                    <a:ext uri="{9D8B030D-6E8A-4147-A177-3AD203B41FA5}">
                      <a16:colId xmlns:a16="http://schemas.microsoft.com/office/drawing/2014/main" val="20004"/>
                    </a:ext>
                  </a:extLst>
                </a:gridCol>
                <a:gridCol w="960600">
                  <a:extLst>
                    <a:ext uri="{9D8B030D-6E8A-4147-A177-3AD203B41FA5}">
                      <a16:colId xmlns:a16="http://schemas.microsoft.com/office/drawing/2014/main" val="20005"/>
                    </a:ext>
                  </a:extLst>
                </a:gridCol>
                <a:gridCol w="960600">
                  <a:extLst>
                    <a:ext uri="{9D8B030D-6E8A-4147-A177-3AD203B41FA5}">
                      <a16:colId xmlns:a16="http://schemas.microsoft.com/office/drawing/2014/main" val="20006"/>
                    </a:ext>
                  </a:extLst>
                </a:gridCol>
                <a:gridCol w="960600">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r>
                        <a:rPr lang="en-GB"/>
                        <a:t>Method</a:t>
                      </a:r>
                      <a:endParaRPr/>
                    </a:p>
                  </a:txBody>
                  <a:tcPr marL="91425" marR="91425" marT="91425" marB="91425"/>
                </a:tc>
                <a:tc>
                  <a:txBody>
                    <a:bodyPr/>
                    <a:lstStyle/>
                    <a:p>
                      <a:pPr marL="0" lvl="0" indent="0" algn="l" rtl="0">
                        <a:spcBef>
                          <a:spcPts val="0"/>
                        </a:spcBef>
                        <a:spcAft>
                          <a:spcPts val="0"/>
                        </a:spcAft>
                        <a:buNone/>
                      </a:pPr>
                      <a:r>
                        <a:rPr lang="en-GB"/>
                        <a:t>KNN</a:t>
                      </a:r>
                      <a:endParaRPr/>
                    </a:p>
                  </a:txBody>
                  <a:tcPr marL="91425" marR="91425" marT="91425" marB="91425"/>
                </a:tc>
                <a:tc>
                  <a:txBody>
                    <a:bodyPr/>
                    <a:lstStyle/>
                    <a:p>
                      <a:pPr marL="0" lvl="0" indent="0" algn="l" rtl="0">
                        <a:spcBef>
                          <a:spcPts val="0"/>
                        </a:spcBef>
                        <a:spcAft>
                          <a:spcPts val="0"/>
                        </a:spcAft>
                        <a:buNone/>
                      </a:pPr>
                      <a:r>
                        <a:rPr lang="en-GB"/>
                        <a:t>Logistic Regression</a:t>
                      </a:r>
                      <a:endParaRPr/>
                    </a:p>
                  </a:txBody>
                  <a:tcPr marL="91425" marR="91425" marT="91425" marB="91425"/>
                </a:tc>
                <a:tc>
                  <a:txBody>
                    <a:bodyPr/>
                    <a:lstStyle/>
                    <a:p>
                      <a:pPr marL="0" lvl="0" indent="0" algn="l" rtl="0">
                        <a:spcBef>
                          <a:spcPts val="0"/>
                        </a:spcBef>
                        <a:spcAft>
                          <a:spcPts val="0"/>
                        </a:spcAft>
                        <a:buNone/>
                      </a:pPr>
                      <a:r>
                        <a:rPr lang="en-GB"/>
                        <a:t>Decision Tree</a:t>
                      </a:r>
                      <a:endParaRPr/>
                    </a:p>
                  </a:txBody>
                  <a:tcPr marL="91425" marR="91425" marT="91425" marB="91425"/>
                </a:tc>
                <a:tc>
                  <a:txBody>
                    <a:bodyPr/>
                    <a:lstStyle/>
                    <a:p>
                      <a:pPr marL="0" lvl="0" indent="0" algn="l" rtl="0">
                        <a:spcBef>
                          <a:spcPts val="0"/>
                        </a:spcBef>
                        <a:spcAft>
                          <a:spcPts val="0"/>
                        </a:spcAft>
                        <a:buNone/>
                      </a:pPr>
                      <a:r>
                        <a:rPr lang="en-GB"/>
                        <a:t>Random Forest</a:t>
                      </a:r>
                      <a:endParaRPr/>
                    </a:p>
                  </a:txBody>
                  <a:tcPr marL="91425" marR="91425" marT="91425" marB="91425"/>
                </a:tc>
                <a:tc>
                  <a:txBody>
                    <a:bodyPr/>
                    <a:lstStyle/>
                    <a:p>
                      <a:pPr marL="0" lvl="0" indent="0" algn="l" rtl="0">
                        <a:spcBef>
                          <a:spcPts val="0"/>
                        </a:spcBef>
                        <a:spcAft>
                          <a:spcPts val="0"/>
                        </a:spcAft>
                        <a:buNone/>
                      </a:pPr>
                      <a:r>
                        <a:rPr lang="en-GB"/>
                        <a:t>Bagging</a:t>
                      </a:r>
                      <a:endParaRPr/>
                    </a:p>
                  </a:txBody>
                  <a:tcPr marL="91425" marR="91425" marT="91425" marB="91425"/>
                </a:tc>
                <a:tc>
                  <a:txBody>
                    <a:bodyPr/>
                    <a:lstStyle/>
                    <a:p>
                      <a:pPr marL="0" lvl="0" indent="0" algn="l" rtl="0">
                        <a:spcBef>
                          <a:spcPts val="0"/>
                        </a:spcBef>
                        <a:spcAft>
                          <a:spcPts val="0"/>
                        </a:spcAft>
                        <a:buNone/>
                      </a:pPr>
                      <a:r>
                        <a:rPr lang="en-GB"/>
                        <a:t>Gradient Boosting</a:t>
                      </a:r>
                      <a:endParaRPr/>
                    </a:p>
                  </a:txBody>
                  <a:tcPr marL="91425" marR="91425" marT="91425" marB="91425"/>
                </a:tc>
                <a:tc>
                  <a:txBody>
                    <a:bodyPr/>
                    <a:lstStyle/>
                    <a:p>
                      <a:pPr marL="0" lvl="0" indent="0" algn="l" rtl="0">
                        <a:spcBef>
                          <a:spcPts val="0"/>
                        </a:spcBef>
                        <a:spcAft>
                          <a:spcPts val="0"/>
                        </a:spcAft>
                        <a:buNone/>
                      </a:pPr>
                      <a:r>
                        <a:rPr lang="en-GB"/>
                        <a:t>AdaBoost</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GB"/>
                        <a:t>Accuracy</a:t>
                      </a:r>
                      <a:endParaRPr/>
                    </a:p>
                  </a:txBody>
                  <a:tcPr marL="91425" marR="91425" marT="91425" marB="91425"/>
                </a:tc>
                <a:tc>
                  <a:txBody>
                    <a:bodyPr/>
                    <a:lstStyle/>
                    <a:p>
                      <a:pPr marL="0" lvl="0" indent="0" algn="l" rtl="0">
                        <a:spcBef>
                          <a:spcPts val="0"/>
                        </a:spcBef>
                        <a:spcAft>
                          <a:spcPts val="0"/>
                        </a:spcAft>
                        <a:buNone/>
                      </a:pPr>
                      <a:r>
                        <a:rPr lang="en-GB" dirty="0"/>
                        <a:t>0.8254</a:t>
                      </a:r>
                      <a:endParaRPr dirty="0"/>
                    </a:p>
                  </a:txBody>
                  <a:tcPr marL="91425" marR="91425" marT="91425" marB="91425"/>
                </a:tc>
                <a:tc>
                  <a:txBody>
                    <a:bodyPr/>
                    <a:lstStyle/>
                    <a:p>
                      <a:pPr marL="0" lvl="0" indent="0" algn="l" rtl="0">
                        <a:spcBef>
                          <a:spcPts val="0"/>
                        </a:spcBef>
                        <a:spcAft>
                          <a:spcPts val="0"/>
                        </a:spcAft>
                        <a:buNone/>
                      </a:pPr>
                      <a:r>
                        <a:rPr lang="en-GB" dirty="0"/>
                        <a:t>0.8162</a:t>
                      </a:r>
                      <a:endParaRPr dirty="0"/>
                    </a:p>
                  </a:txBody>
                  <a:tcPr marL="91425" marR="91425" marT="91425" marB="91425"/>
                </a:tc>
                <a:tc>
                  <a:txBody>
                    <a:bodyPr/>
                    <a:lstStyle/>
                    <a:p>
                      <a:pPr marL="0" lvl="0" indent="0" algn="l" rtl="0">
                        <a:spcBef>
                          <a:spcPts val="0"/>
                        </a:spcBef>
                        <a:spcAft>
                          <a:spcPts val="0"/>
                        </a:spcAft>
                        <a:buNone/>
                      </a:pPr>
                      <a:r>
                        <a:rPr lang="en-GB" dirty="0"/>
                        <a:t>0.8334</a:t>
                      </a:r>
                      <a:endParaRPr dirty="0"/>
                    </a:p>
                  </a:txBody>
                  <a:tcPr marL="91425" marR="91425" marT="91425" marB="91425"/>
                </a:tc>
                <a:tc>
                  <a:txBody>
                    <a:bodyPr/>
                    <a:lstStyle/>
                    <a:p>
                      <a:pPr marL="0" lvl="0" indent="0" algn="l" rtl="0">
                        <a:spcBef>
                          <a:spcPts val="0"/>
                        </a:spcBef>
                        <a:spcAft>
                          <a:spcPts val="0"/>
                        </a:spcAft>
                        <a:buNone/>
                      </a:pPr>
                      <a:r>
                        <a:rPr lang="en-GB" dirty="0"/>
                        <a:t>0.8364</a:t>
                      </a:r>
                      <a:endParaRPr dirty="0"/>
                    </a:p>
                  </a:txBody>
                  <a:tcPr marL="91425" marR="91425" marT="91425" marB="91425"/>
                </a:tc>
                <a:tc>
                  <a:txBody>
                    <a:bodyPr/>
                    <a:lstStyle/>
                    <a:p>
                      <a:pPr marL="0" lvl="0" indent="0" algn="l" rtl="0">
                        <a:spcBef>
                          <a:spcPts val="0"/>
                        </a:spcBef>
                        <a:spcAft>
                          <a:spcPts val="0"/>
                        </a:spcAft>
                        <a:buNone/>
                      </a:pPr>
                      <a:r>
                        <a:rPr lang="en-GB" dirty="0"/>
                        <a:t>0.8385</a:t>
                      </a:r>
                      <a:endParaRPr dirty="0"/>
                    </a:p>
                  </a:txBody>
                  <a:tcPr marL="91425" marR="91425" marT="91425" marB="91425"/>
                </a:tc>
                <a:tc>
                  <a:txBody>
                    <a:bodyPr/>
                    <a:lstStyle/>
                    <a:p>
                      <a:pPr marL="0" lvl="0" indent="0" algn="l" rtl="0">
                        <a:spcBef>
                          <a:spcPts val="0"/>
                        </a:spcBef>
                        <a:spcAft>
                          <a:spcPts val="0"/>
                        </a:spcAft>
                        <a:buNone/>
                      </a:pPr>
                      <a:r>
                        <a:rPr lang="en-GB" dirty="0"/>
                        <a:t>0.8463</a:t>
                      </a:r>
                      <a:endParaRPr dirty="0"/>
                    </a:p>
                  </a:txBody>
                  <a:tcPr marL="91425" marR="91425" marT="91425" marB="91425"/>
                </a:tc>
                <a:tc>
                  <a:txBody>
                    <a:bodyPr/>
                    <a:lstStyle/>
                    <a:p>
                      <a:pPr marL="0" lvl="0" indent="0" algn="l" rtl="0">
                        <a:spcBef>
                          <a:spcPts val="0"/>
                        </a:spcBef>
                        <a:spcAft>
                          <a:spcPts val="0"/>
                        </a:spcAft>
                        <a:buNone/>
                      </a:pPr>
                      <a:r>
                        <a:rPr lang="en-GB" dirty="0"/>
                        <a:t>0.8373</a:t>
                      </a:r>
                      <a:endParaRPr dirty="0"/>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68"/>
          <p:cNvSpPr txBox="1">
            <a:spLocks noGrp="1"/>
          </p:cNvSpPr>
          <p:nvPr>
            <p:ph type="title"/>
          </p:nvPr>
        </p:nvSpPr>
        <p:spPr>
          <a:xfrm>
            <a:off x="853950" y="1304850"/>
            <a:ext cx="7436100" cy="317700"/>
          </a:xfrm>
          <a:prstGeom prst="rect">
            <a:avLst/>
          </a:prstGeom>
        </p:spPr>
        <p:txBody>
          <a:bodyPr spcFirstLastPara="1" wrap="square" lIns="68575" tIns="68575" rIns="68575" bIns="68575" anchor="ctr" anchorCtr="0">
            <a:normAutofit fontScale="90000"/>
          </a:bodyPr>
          <a:lstStyle/>
          <a:p>
            <a:pPr marL="0" lvl="0" indent="0" algn="l" rtl="0">
              <a:lnSpc>
                <a:spcPct val="115000"/>
              </a:lnSpc>
              <a:spcBef>
                <a:spcPts val="0"/>
              </a:spcBef>
              <a:spcAft>
                <a:spcPts val="0"/>
              </a:spcAft>
              <a:buNone/>
            </a:pPr>
            <a:r>
              <a:rPr lang="en-GB" sz="2550" dirty="0">
                <a:solidFill>
                  <a:schemeClr val="dk2"/>
                </a:solidFill>
                <a:latin typeface="Calibri"/>
                <a:ea typeface="Calibri"/>
                <a:cs typeface="Calibri"/>
                <a:sym typeface="Calibri"/>
              </a:rPr>
              <a:t>Removing Impurities: Categorical Columns Only</a:t>
            </a:r>
            <a:endParaRPr sz="255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ctr" rtl="0">
              <a:spcBef>
                <a:spcPts val="0"/>
              </a:spcBef>
              <a:spcAft>
                <a:spcPts val="0"/>
              </a:spcAft>
              <a:buNone/>
            </a:pPr>
            <a:endParaRPr dirty="0"/>
          </a:p>
        </p:txBody>
      </p:sp>
      <p:sp>
        <p:nvSpPr>
          <p:cNvPr id="473" name="Google Shape;473;p68"/>
          <p:cNvSpPr txBox="1">
            <a:spLocks noGrp="1"/>
          </p:cNvSpPr>
          <p:nvPr>
            <p:ph type="body" idx="1"/>
          </p:nvPr>
        </p:nvSpPr>
        <p:spPr>
          <a:xfrm>
            <a:off x="810250" y="809750"/>
            <a:ext cx="7992300" cy="2455500"/>
          </a:xfrm>
          <a:prstGeom prst="rect">
            <a:avLst/>
          </a:prstGeom>
        </p:spPr>
        <p:txBody>
          <a:bodyPr spcFirstLastPara="1" wrap="square" lIns="68575" tIns="68575" rIns="68575" bIns="68575" anchor="t" anchorCtr="0">
            <a:noAutofit/>
          </a:bodyPr>
          <a:lstStyle/>
          <a:p>
            <a:pPr marL="457200" lvl="0" indent="-317500" algn="just" rtl="0">
              <a:spcBef>
                <a:spcPts val="0"/>
              </a:spcBef>
              <a:spcAft>
                <a:spcPts val="0"/>
              </a:spcAft>
              <a:buSzPts val="1400"/>
              <a:buFont typeface="Calibri"/>
              <a:buChar char="●"/>
            </a:pPr>
            <a:r>
              <a:rPr lang="en-GB" b="1" dirty="0">
                <a:latin typeface="Calibri"/>
                <a:ea typeface="Calibri"/>
                <a:cs typeface="Calibri"/>
                <a:sym typeface="Calibri"/>
              </a:rPr>
              <a:t>Cleaned categorical dataset:</a:t>
            </a:r>
            <a:r>
              <a:rPr lang="en-GB" dirty="0">
                <a:latin typeface="Calibri"/>
                <a:ea typeface="Calibri"/>
                <a:cs typeface="Calibri"/>
                <a:sym typeface="Calibri"/>
              </a:rPr>
              <a:t> Impurity values such as '?' and '.' were removed. Only categorical columns were used in this experiment. The goal was to check how much prediction power came from category-based features.</a:t>
            </a:r>
            <a:endParaRPr dirty="0">
              <a:latin typeface="Calibri"/>
              <a:ea typeface="Calibri"/>
              <a:cs typeface="Calibri"/>
              <a:sym typeface="Calibri"/>
            </a:endParaRPr>
          </a:p>
          <a:p>
            <a:pPr marL="457200" lvl="0" indent="-317500" algn="just" rtl="0">
              <a:spcBef>
                <a:spcPts val="0"/>
              </a:spcBef>
              <a:spcAft>
                <a:spcPts val="0"/>
              </a:spcAft>
              <a:buSzPts val="1400"/>
              <a:buFont typeface="Calibri"/>
              <a:buChar char="●"/>
            </a:pPr>
            <a:r>
              <a:rPr lang="en-GB" b="1" dirty="0">
                <a:latin typeface="Calibri"/>
                <a:ea typeface="Calibri"/>
                <a:cs typeface="Calibri"/>
                <a:sym typeface="Calibri"/>
              </a:rPr>
              <a:t>Best model:</a:t>
            </a:r>
            <a:r>
              <a:rPr lang="en-GB" dirty="0">
                <a:latin typeface="Calibri"/>
                <a:ea typeface="Calibri"/>
                <a:cs typeface="Calibri"/>
                <a:sym typeface="Calibri"/>
              </a:rPr>
              <a:t> Logistic Regression gave the best result. Best categorical-only accuracy: 0.8383. It performed slightly better than Gradient Boosting and Random Forest in this stage.</a:t>
            </a:r>
            <a:endParaRPr dirty="0">
              <a:latin typeface="Calibri"/>
              <a:ea typeface="Calibri"/>
              <a:cs typeface="Calibri"/>
              <a:sym typeface="Calibri"/>
            </a:endParaRPr>
          </a:p>
          <a:p>
            <a:pPr marL="457200" lvl="0" indent="-317500" algn="just" rtl="0">
              <a:spcBef>
                <a:spcPts val="0"/>
              </a:spcBef>
              <a:spcAft>
                <a:spcPts val="0"/>
              </a:spcAft>
              <a:buSzPts val="1400"/>
              <a:buFont typeface="Calibri"/>
              <a:buChar char="●"/>
            </a:pPr>
            <a:r>
              <a:rPr lang="en-GB" b="1" dirty="0">
                <a:latin typeface="Calibri"/>
                <a:ea typeface="Calibri"/>
                <a:cs typeface="Calibri"/>
                <a:sym typeface="Calibri"/>
              </a:rPr>
              <a:t>Main takeaway:</a:t>
            </a:r>
            <a:r>
              <a:rPr lang="en-GB" dirty="0">
                <a:latin typeface="Calibri"/>
                <a:ea typeface="Calibri"/>
                <a:cs typeface="Calibri"/>
                <a:sym typeface="Calibri"/>
              </a:rPr>
              <a:t> Categorical features were highly useful. Their performance was close to numeric-only features. This proved that combining numeric and categorical columns should improve the model further.</a:t>
            </a:r>
            <a:endParaRPr dirty="0">
              <a:latin typeface="Calibri"/>
              <a:ea typeface="Calibri"/>
              <a:cs typeface="Calibri"/>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0" lvl="0" indent="0" algn="ctr" rtl="0">
              <a:spcBef>
                <a:spcPts val="0"/>
              </a:spcBef>
              <a:spcAft>
                <a:spcPts val="0"/>
              </a:spcAft>
              <a:buNone/>
            </a:pPr>
            <a:endParaRPr sz="2500" dirty="0"/>
          </a:p>
        </p:txBody>
      </p:sp>
      <p:graphicFrame>
        <p:nvGraphicFramePr>
          <p:cNvPr id="474" name="Google Shape;474;p68"/>
          <p:cNvGraphicFramePr/>
          <p:nvPr>
            <p:extLst>
              <p:ext uri="{D42A27DB-BD31-4B8C-83A1-F6EECF244321}">
                <p14:modId xmlns:p14="http://schemas.microsoft.com/office/powerpoint/2010/main" val="1610125087"/>
              </p:ext>
            </p:extLst>
          </p:nvPr>
        </p:nvGraphicFramePr>
        <p:xfrm>
          <a:off x="926125" y="3317950"/>
          <a:ext cx="7684800" cy="1219140"/>
        </p:xfrm>
        <a:graphic>
          <a:graphicData uri="http://schemas.openxmlformats.org/drawingml/2006/table">
            <a:tbl>
              <a:tblPr>
                <a:noFill/>
                <a:tableStyleId>{68743728-9FBD-4B8E-9F55-8127AA9A19A7}</a:tableStyleId>
              </a:tblPr>
              <a:tblGrid>
                <a:gridCol w="960600">
                  <a:extLst>
                    <a:ext uri="{9D8B030D-6E8A-4147-A177-3AD203B41FA5}">
                      <a16:colId xmlns:a16="http://schemas.microsoft.com/office/drawing/2014/main" val="20000"/>
                    </a:ext>
                  </a:extLst>
                </a:gridCol>
                <a:gridCol w="960600">
                  <a:extLst>
                    <a:ext uri="{9D8B030D-6E8A-4147-A177-3AD203B41FA5}">
                      <a16:colId xmlns:a16="http://schemas.microsoft.com/office/drawing/2014/main" val="20001"/>
                    </a:ext>
                  </a:extLst>
                </a:gridCol>
                <a:gridCol w="960600">
                  <a:extLst>
                    <a:ext uri="{9D8B030D-6E8A-4147-A177-3AD203B41FA5}">
                      <a16:colId xmlns:a16="http://schemas.microsoft.com/office/drawing/2014/main" val="20002"/>
                    </a:ext>
                  </a:extLst>
                </a:gridCol>
                <a:gridCol w="960600">
                  <a:extLst>
                    <a:ext uri="{9D8B030D-6E8A-4147-A177-3AD203B41FA5}">
                      <a16:colId xmlns:a16="http://schemas.microsoft.com/office/drawing/2014/main" val="20003"/>
                    </a:ext>
                  </a:extLst>
                </a:gridCol>
                <a:gridCol w="960600">
                  <a:extLst>
                    <a:ext uri="{9D8B030D-6E8A-4147-A177-3AD203B41FA5}">
                      <a16:colId xmlns:a16="http://schemas.microsoft.com/office/drawing/2014/main" val="20004"/>
                    </a:ext>
                  </a:extLst>
                </a:gridCol>
                <a:gridCol w="960600">
                  <a:extLst>
                    <a:ext uri="{9D8B030D-6E8A-4147-A177-3AD203B41FA5}">
                      <a16:colId xmlns:a16="http://schemas.microsoft.com/office/drawing/2014/main" val="20005"/>
                    </a:ext>
                  </a:extLst>
                </a:gridCol>
                <a:gridCol w="960600">
                  <a:extLst>
                    <a:ext uri="{9D8B030D-6E8A-4147-A177-3AD203B41FA5}">
                      <a16:colId xmlns:a16="http://schemas.microsoft.com/office/drawing/2014/main" val="20006"/>
                    </a:ext>
                  </a:extLst>
                </a:gridCol>
                <a:gridCol w="960600">
                  <a:extLst>
                    <a:ext uri="{9D8B030D-6E8A-4147-A177-3AD203B41FA5}">
                      <a16:colId xmlns:a16="http://schemas.microsoft.com/office/drawing/2014/main" val="20007"/>
                    </a:ext>
                  </a:extLst>
                </a:gridCol>
              </a:tblGrid>
              <a:tr h="381000">
                <a:tc>
                  <a:txBody>
                    <a:bodyPr/>
                    <a:lstStyle/>
                    <a:p>
                      <a:pPr marL="0" lvl="0" indent="0" algn="l" rtl="0">
                        <a:spcBef>
                          <a:spcPts val="0"/>
                        </a:spcBef>
                        <a:spcAft>
                          <a:spcPts val="0"/>
                        </a:spcAft>
                        <a:buNone/>
                      </a:pPr>
                      <a:r>
                        <a:rPr lang="en-GB"/>
                        <a:t>Method</a:t>
                      </a:r>
                      <a:endParaRPr/>
                    </a:p>
                  </a:txBody>
                  <a:tcPr marL="91425" marR="91425" marT="91425" marB="91425"/>
                </a:tc>
                <a:tc>
                  <a:txBody>
                    <a:bodyPr/>
                    <a:lstStyle/>
                    <a:p>
                      <a:pPr marL="0" lvl="0" indent="0" algn="l" rtl="0">
                        <a:spcBef>
                          <a:spcPts val="0"/>
                        </a:spcBef>
                        <a:spcAft>
                          <a:spcPts val="0"/>
                        </a:spcAft>
                        <a:buNone/>
                      </a:pPr>
                      <a:r>
                        <a:rPr lang="en-GB"/>
                        <a:t>KNN</a:t>
                      </a:r>
                      <a:endParaRPr/>
                    </a:p>
                  </a:txBody>
                  <a:tcPr marL="91425" marR="91425" marT="91425" marB="91425"/>
                </a:tc>
                <a:tc>
                  <a:txBody>
                    <a:bodyPr/>
                    <a:lstStyle/>
                    <a:p>
                      <a:pPr marL="0" lvl="0" indent="0" algn="l" rtl="0">
                        <a:spcBef>
                          <a:spcPts val="0"/>
                        </a:spcBef>
                        <a:spcAft>
                          <a:spcPts val="0"/>
                        </a:spcAft>
                        <a:buNone/>
                      </a:pPr>
                      <a:r>
                        <a:rPr lang="en-GB"/>
                        <a:t>Logistic Regression</a:t>
                      </a:r>
                      <a:endParaRPr/>
                    </a:p>
                  </a:txBody>
                  <a:tcPr marL="91425" marR="91425" marT="91425" marB="91425"/>
                </a:tc>
                <a:tc>
                  <a:txBody>
                    <a:bodyPr/>
                    <a:lstStyle/>
                    <a:p>
                      <a:pPr marL="0" lvl="0" indent="0" algn="l" rtl="0">
                        <a:spcBef>
                          <a:spcPts val="0"/>
                        </a:spcBef>
                        <a:spcAft>
                          <a:spcPts val="0"/>
                        </a:spcAft>
                        <a:buNone/>
                      </a:pPr>
                      <a:r>
                        <a:rPr lang="en-GB"/>
                        <a:t>Decision Tree</a:t>
                      </a:r>
                      <a:endParaRPr/>
                    </a:p>
                  </a:txBody>
                  <a:tcPr marL="91425" marR="91425" marT="91425" marB="91425"/>
                </a:tc>
                <a:tc>
                  <a:txBody>
                    <a:bodyPr/>
                    <a:lstStyle/>
                    <a:p>
                      <a:pPr marL="0" lvl="0" indent="0" algn="l" rtl="0">
                        <a:spcBef>
                          <a:spcPts val="0"/>
                        </a:spcBef>
                        <a:spcAft>
                          <a:spcPts val="0"/>
                        </a:spcAft>
                        <a:buNone/>
                      </a:pPr>
                      <a:r>
                        <a:rPr lang="en-GB"/>
                        <a:t>Random Forest</a:t>
                      </a:r>
                      <a:endParaRPr/>
                    </a:p>
                  </a:txBody>
                  <a:tcPr marL="91425" marR="91425" marT="91425" marB="91425"/>
                </a:tc>
                <a:tc>
                  <a:txBody>
                    <a:bodyPr/>
                    <a:lstStyle/>
                    <a:p>
                      <a:pPr marL="0" lvl="0" indent="0" algn="l" rtl="0">
                        <a:spcBef>
                          <a:spcPts val="0"/>
                        </a:spcBef>
                        <a:spcAft>
                          <a:spcPts val="0"/>
                        </a:spcAft>
                        <a:buNone/>
                      </a:pPr>
                      <a:r>
                        <a:rPr lang="en-GB"/>
                        <a:t>Bagging</a:t>
                      </a:r>
                      <a:endParaRPr/>
                    </a:p>
                  </a:txBody>
                  <a:tcPr marL="91425" marR="91425" marT="91425" marB="91425"/>
                </a:tc>
                <a:tc>
                  <a:txBody>
                    <a:bodyPr/>
                    <a:lstStyle/>
                    <a:p>
                      <a:pPr marL="0" lvl="0" indent="0" algn="l" rtl="0">
                        <a:spcBef>
                          <a:spcPts val="0"/>
                        </a:spcBef>
                        <a:spcAft>
                          <a:spcPts val="0"/>
                        </a:spcAft>
                        <a:buNone/>
                      </a:pPr>
                      <a:r>
                        <a:rPr lang="en-GB"/>
                        <a:t>Gradient Boosting</a:t>
                      </a:r>
                      <a:endParaRPr/>
                    </a:p>
                  </a:txBody>
                  <a:tcPr marL="91425" marR="91425" marT="91425" marB="91425"/>
                </a:tc>
                <a:tc>
                  <a:txBody>
                    <a:bodyPr/>
                    <a:lstStyle/>
                    <a:p>
                      <a:pPr marL="0" lvl="0" indent="0" algn="l" rtl="0">
                        <a:spcBef>
                          <a:spcPts val="0"/>
                        </a:spcBef>
                        <a:spcAft>
                          <a:spcPts val="0"/>
                        </a:spcAft>
                        <a:buNone/>
                      </a:pPr>
                      <a:r>
                        <a:rPr lang="en-GB"/>
                        <a:t>AdaBoost</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GB"/>
                        <a:t>Accuracy</a:t>
                      </a:r>
                      <a:endParaRPr/>
                    </a:p>
                  </a:txBody>
                  <a:tcPr marL="91425" marR="91425" marT="91425" marB="91425"/>
                </a:tc>
                <a:tc>
                  <a:txBody>
                    <a:bodyPr/>
                    <a:lstStyle/>
                    <a:p>
                      <a:pPr marL="0" lvl="0" indent="0" algn="l" rtl="0">
                        <a:spcBef>
                          <a:spcPts val="0"/>
                        </a:spcBef>
                        <a:spcAft>
                          <a:spcPts val="0"/>
                        </a:spcAft>
                        <a:buNone/>
                      </a:pPr>
                      <a:r>
                        <a:rPr lang="en-GB" dirty="0"/>
                        <a:t>0.8352</a:t>
                      </a:r>
                      <a:endParaRPr dirty="0"/>
                    </a:p>
                  </a:txBody>
                  <a:tcPr marL="91425" marR="91425" marT="91425" marB="91425"/>
                </a:tc>
                <a:tc>
                  <a:txBody>
                    <a:bodyPr/>
                    <a:lstStyle/>
                    <a:p>
                      <a:pPr marL="0" lvl="0" indent="0" algn="l" rtl="0">
                        <a:spcBef>
                          <a:spcPts val="0"/>
                        </a:spcBef>
                        <a:spcAft>
                          <a:spcPts val="0"/>
                        </a:spcAft>
                        <a:buNone/>
                      </a:pPr>
                      <a:r>
                        <a:rPr lang="en-GB" dirty="0"/>
                        <a:t>0.8385</a:t>
                      </a:r>
                      <a:endParaRPr dirty="0"/>
                    </a:p>
                  </a:txBody>
                  <a:tcPr marL="91425" marR="91425" marT="91425" marB="91425"/>
                </a:tc>
                <a:tc>
                  <a:txBody>
                    <a:bodyPr/>
                    <a:lstStyle/>
                    <a:p>
                      <a:pPr marL="0" lvl="0" indent="0" algn="l" rtl="0">
                        <a:spcBef>
                          <a:spcPts val="0"/>
                        </a:spcBef>
                        <a:spcAft>
                          <a:spcPts val="0"/>
                        </a:spcAft>
                        <a:buNone/>
                      </a:pPr>
                      <a:r>
                        <a:rPr lang="en-GB" dirty="0"/>
                        <a:t>0.8346</a:t>
                      </a:r>
                      <a:endParaRPr dirty="0"/>
                    </a:p>
                  </a:txBody>
                  <a:tcPr marL="91425" marR="91425" marT="91425" marB="91425"/>
                </a:tc>
                <a:tc>
                  <a:txBody>
                    <a:bodyPr/>
                    <a:lstStyle/>
                    <a:p>
                      <a:pPr marL="0" lvl="0" indent="0" algn="l" rtl="0">
                        <a:spcBef>
                          <a:spcPts val="0"/>
                        </a:spcBef>
                        <a:spcAft>
                          <a:spcPts val="0"/>
                        </a:spcAft>
                        <a:buNone/>
                      </a:pPr>
                      <a:r>
                        <a:rPr lang="en-GB" dirty="0"/>
                        <a:t>0.8350</a:t>
                      </a:r>
                      <a:endParaRPr dirty="0"/>
                    </a:p>
                  </a:txBody>
                  <a:tcPr marL="91425" marR="91425" marT="91425" marB="91425"/>
                </a:tc>
                <a:tc>
                  <a:txBody>
                    <a:bodyPr/>
                    <a:lstStyle/>
                    <a:p>
                      <a:pPr marL="0" lvl="0" indent="0" algn="l" rtl="0">
                        <a:spcBef>
                          <a:spcPts val="0"/>
                        </a:spcBef>
                        <a:spcAft>
                          <a:spcPts val="0"/>
                        </a:spcAft>
                        <a:buNone/>
                      </a:pPr>
                      <a:r>
                        <a:rPr lang="en-GB" dirty="0"/>
                        <a:t>0.8313</a:t>
                      </a:r>
                      <a:endParaRPr dirty="0"/>
                    </a:p>
                  </a:txBody>
                  <a:tcPr marL="91425" marR="91425" marT="91425" marB="91425"/>
                </a:tc>
                <a:tc>
                  <a:txBody>
                    <a:bodyPr/>
                    <a:lstStyle/>
                    <a:p>
                      <a:pPr marL="0" lvl="0" indent="0" algn="l" rtl="0">
                        <a:spcBef>
                          <a:spcPts val="0"/>
                        </a:spcBef>
                        <a:spcAft>
                          <a:spcPts val="0"/>
                        </a:spcAft>
                        <a:buNone/>
                      </a:pPr>
                      <a:r>
                        <a:rPr lang="en-GB" dirty="0"/>
                        <a:t>0.8377</a:t>
                      </a:r>
                      <a:endParaRPr dirty="0"/>
                    </a:p>
                  </a:txBody>
                  <a:tcPr marL="91425" marR="91425" marT="91425" marB="91425"/>
                </a:tc>
                <a:tc>
                  <a:txBody>
                    <a:bodyPr/>
                    <a:lstStyle/>
                    <a:p>
                      <a:pPr marL="0" lvl="0" indent="0" algn="l" rtl="0">
                        <a:spcBef>
                          <a:spcPts val="0"/>
                        </a:spcBef>
                        <a:spcAft>
                          <a:spcPts val="0"/>
                        </a:spcAft>
                        <a:buNone/>
                      </a:pPr>
                      <a:r>
                        <a:rPr lang="en-GB" dirty="0"/>
                        <a:t>0.8295</a:t>
                      </a:r>
                      <a:endParaRPr dirty="0"/>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69"/>
          <p:cNvSpPr txBox="1">
            <a:spLocks noGrp="1"/>
          </p:cNvSpPr>
          <p:nvPr>
            <p:ph type="title"/>
          </p:nvPr>
        </p:nvSpPr>
        <p:spPr>
          <a:xfrm>
            <a:off x="853950" y="1304850"/>
            <a:ext cx="7436100" cy="888786"/>
          </a:xfrm>
          <a:prstGeom prst="rect">
            <a:avLst/>
          </a:prstGeom>
        </p:spPr>
        <p:txBody>
          <a:bodyPr spcFirstLastPara="1" wrap="square" lIns="68575" tIns="68575" rIns="68575" bIns="68575" anchor="ctr" anchorCtr="0">
            <a:normAutofit/>
          </a:bodyPr>
          <a:lstStyle/>
          <a:p>
            <a:pPr marL="0" lvl="0" indent="0" algn="l" rtl="0">
              <a:lnSpc>
                <a:spcPct val="115000"/>
              </a:lnSpc>
              <a:spcBef>
                <a:spcPts val="0"/>
              </a:spcBef>
              <a:spcAft>
                <a:spcPts val="0"/>
              </a:spcAft>
              <a:buClr>
                <a:schemeClr val="dk2"/>
              </a:buClr>
              <a:buSzPct val="43137"/>
              <a:buFont typeface="Arial"/>
              <a:buNone/>
            </a:pPr>
            <a:r>
              <a:rPr lang="en-GB" sz="2300" dirty="0">
                <a:solidFill>
                  <a:schemeClr val="dk2"/>
                </a:solidFill>
                <a:latin typeface="Calibri"/>
                <a:ea typeface="Calibri"/>
                <a:cs typeface="Calibri"/>
                <a:sym typeface="Calibri"/>
              </a:rPr>
              <a:t>Combined Numeric and Categorical Columns</a:t>
            </a:r>
            <a:endParaRPr sz="23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3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ctr" rtl="0">
              <a:spcBef>
                <a:spcPts val="0"/>
              </a:spcBef>
              <a:spcAft>
                <a:spcPts val="0"/>
              </a:spcAft>
              <a:buNone/>
            </a:pPr>
            <a:endParaRPr dirty="0"/>
          </a:p>
        </p:txBody>
      </p:sp>
      <p:sp>
        <p:nvSpPr>
          <p:cNvPr id="480" name="Google Shape;480;p69"/>
          <p:cNvSpPr txBox="1">
            <a:spLocks noGrp="1"/>
          </p:cNvSpPr>
          <p:nvPr>
            <p:ph type="body" idx="1"/>
          </p:nvPr>
        </p:nvSpPr>
        <p:spPr>
          <a:xfrm>
            <a:off x="810250" y="809750"/>
            <a:ext cx="7992300" cy="2455500"/>
          </a:xfrm>
          <a:prstGeom prst="rect">
            <a:avLst/>
          </a:prstGeom>
        </p:spPr>
        <p:txBody>
          <a:bodyPr spcFirstLastPara="1" wrap="square" lIns="68575" tIns="68575" rIns="68575" bIns="68575" anchor="t" anchorCtr="0">
            <a:noAutofit/>
          </a:bodyPr>
          <a:lstStyle/>
          <a:p>
            <a:pPr marL="457200" lvl="0" indent="-317500" algn="l" rtl="0">
              <a:spcBef>
                <a:spcPts val="0"/>
              </a:spcBef>
              <a:spcAft>
                <a:spcPts val="0"/>
              </a:spcAft>
              <a:buSzPts val="1400"/>
              <a:buFont typeface="Calibri"/>
              <a:buChar char="●"/>
            </a:pPr>
            <a:r>
              <a:rPr lang="en-GB" b="1" dirty="0">
                <a:latin typeface="Calibri"/>
                <a:ea typeface="Calibri"/>
                <a:cs typeface="Calibri"/>
                <a:sym typeface="Calibri"/>
              </a:rPr>
              <a:t>Combined cleaned dataset:</a:t>
            </a:r>
            <a:r>
              <a:rPr lang="en-GB" dirty="0">
                <a:latin typeface="Calibri"/>
                <a:ea typeface="Calibri"/>
                <a:cs typeface="Calibri"/>
                <a:sym typeface="Calibri"/>
              </a:rPr>
              <a:t> Numeric and categorical columns were combined after impurity removal. This version used more complete information than numeric-only or categorical-only data. It became the main baseline for later improvement slides.</a:t>
            </a:r>
            <a:endParaRPr dirty="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GB" b="1" dirty="0">
                <a:latin typeface="Calibri"/>
                <a:ea typeface="Calibri"/>
                <a:cs typeface="Calibri"/>
                <a:sym typeface="Calibri"/>
              </a:rPr>
              <a:t>Best model:</a:t>
            </a:r>
            <a:r>
              <a:rPr lang="en-GB" dirty="0">
                <a:latin typeface="Calibri"/>
                <a:ea typeface="Calibri"/>
                <a:cs typeface="Calibri"/>
                <a:sym typeface="Calibri"/>
              </a:rPr>
              <a:t> Gradient Boosting gave the best combined-dataset result. Best combined accuracy: 0.8800. Bagging and Random Forest were also strong ensemble performers.</a:t>
            </a:r>
            <a:endParaRPr dirty="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GB" b="1" dirty="0">
                <a:latin typeface="Calibri"/>
                <a:ea typeface="Calibri"/>
                <a:cs typeface="Calibri"/>
                <a:sym typeface="Calibri"/>
              </a:rPr>
              <a:t>Main takeaway:</a:t>
            </a:r>
            <a:r>
              <a:rPr lang="en-GB" dirty="0">
                <a:latin typeface="Calibri"/>
                <a:ea typeface="Calibri"/>
                <a:cs typeface="Calibri"/>
                <a:sym typeface="Calibri"/>
              </a:rPr>
              <a:t> Combining numeric and categorical columns produced the strongest baseline. Accuracy improved far beyond the raw-data result. Later feature-engineering experiments are compared against this slide.</a:t>
            </a:r>
            <a:endParaRPr dirty="0">
              <a:latin typeface="Calibri"/>
              <a:ea typeface="Calibri"/>
              <a:cs typeface="Calibri"/>
              <a:sym typeface="Calibri"/>
            </a:endParaRPr>
          </a:p>
          <a:p>
            <a:pPr marL="914400" lvl="0" indent="0" algn="just" rtl="0">
              <a:spcBef>
                <a:spcPts val="0"/>
              </a:spcBef>
              <a:spcAft>
                <a:spcPts val="0"/>
              </a:spcAft>
              <a:buNone/>
            </a:pPr>
            <a:endParaRPr b="1" dirty="0">
              <a:latin typeface="Calibri"/>
              <a:ea typeface="Calibri"/>
              <a:cs typeface="Calibri"/>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0" lvl="0" indent="0" algn="ctr" rtl="0">
              <a:spcBef>
                <a:spcPts val="0"/>
              </a:spcBef>
              <a:spcAft>
                <a:spcPts val="0"/>
              </a:spcAft>
              <a:buNone/>
            </a:pPr>
            <a:endParaRPr sz="2500" dirty="0"/>
          </a:p>
        </p:txBody>
      </p:sp>
      <p:graphicFrame>
        <p:nvGraphicFramePr>
          <p:cNvPr id="481" name="Google Shape;481;p69"/>
          <p:cNvGraphicFramePr/>
          <p:nvPr>
            <p:extLst>
              <p:ext uri="{D42A27DB-BD31-4B8C-83A1-F6EECF244321}">
                <p14:modId xmlns:p14="http://schemas.microsoft.com/office/powerpoint/2010/main" val="3727839614"/>
              </p:ext>
            </p:extLst>
          </p:nvPr>
        </p:nvGraphicFramePr>
        <p:xfrm>
          <a:off x="507050" y="2854775"/>
          <a:ext cx="8380250" cy="1828710"/>
        </p:xfrm>
        <a:graphic>
          <a:graphicData uri="http://schemas.openxmlformats.org/drawingml/2006/table">
            <a:tbl>
              <a:tblPr>
                <a:noFill/>
                <a:tableStyleId>{68743728-9FBD-4B8E-9F55-8127AA9A19A7}</a:tableStyleId>
              </a:tblPr>
              <a:tblGrid>
                <a:gridCol w="1376000">
                  <a:extLst>
                    <a:ext uri="{9D8B030D-6E8A-4147-A177-3AD203B41FA5}">
                      <a16:colId xmlns:a16="http://schemas.microsoft.com/office/drawing/2014/main" val="20000"/>
                    </a:ext>
                  </a:extLst>
                </a:gridCol>
                <a:gridCol w="843375">
                  <a:extLst>
                    <a:ext uri="{9D8B030D-6E8A-4147-A177-3AD203B41FA5}">
                      <a16:colId xmlns:a16="http://schemas.microsoft.com/office/drawing/2014/main" val="20001"/>
                    </a:ext>
                  </a:extLst>
                </a:gridCol>
                <a:gridCol w="923250">
                  <a:extLst>
                    <a:ext uri="{9D8B030D-6E8A-4147-A177-3AD203B41FA5}">
                      <a16:colId xmlns:a16="http://schemas.microsoft.com/office/drawing/2014/main" val="20002"/>
                    </a:ext>
                  </a:extLst>
                </a:gridCol>
                <a:gridCol w="1047525">
                  <a:extLst>
                    <a:ext uri="{9D8B030D-6E8A-4147-A177-3AD203B41FA5}">
                      <a16:colId xmlns:a16="http://schemas.microsoft.com/office/drawing/2014/main" val="20003"/>
                    </a:ext>
                  </a:extLst>
                </a:gridCol>
                <a:gridCol w="1047525">
                  <a:extLst>
                    <a:ext uri="{9D8B030D-6E8A-4147-A177-3AD203B41FA5}">
                      <a16:colId xmlns:a16="http://schemas.microsoft.com/office/drawing/2014/main" val="20004"/>
                    </a:ext>
                  </a:extLst>
                </a:gridCol>
                <a:gridCol w="1047525">
                  <a:extLst>
                    <a:ext uri="{9D8B030D-6E8A-4147-A177-3AD203B41FA5}">
                      <a16:colId xmlns:a16="http://schemas.microsoft.com/office/drawing/2014/main" val="20005"/>
                    </a:ext>
                  </a:extLst>
                </a:gridCol>
                <a:gridCol w="1047525">
                  <a:extLst>
                    <a:ext uri="{9D8B030D-6E8A-4147-A177-3AD203B41FA5}">
                      <a16:colId xmlns:a16="http://schemas.microsoft.com/office/drawing/2014/main" val="20006"/>
                    </a:ext>
                  </a:extLst>
                </a:gridCol>
                <a:gridCol w="1047525">
                  <a:extLst>
                    <a:ext uri="{9D8B030D-6E8A-4147-A177-3AD203B41FA5}">
                      <a16:colId xmlns:a16="http://schemas.microsoft.com/office/drawing/2014/main" val="20007"/>
                    </a:ext>
                  </a:extLst>
                </a:gridCol>
              </a:tblGrid>
              <a:tr h="707175">
                <a:tc>
                  <a:txBody>
                    <a:bodyPr/>
                    <a:lstStyle/>
                    <a:p>
                      <a:pPr marL="0" lvl="0" indent="0" algn="l" rtl="0">
                        <a:spcBef>
                          <a:spcPts val="0"/>
                        </a:spcBef>
                        <a:spcAft>
                          <a:spcPts val="0"/>
                        </a:spcAft>
                        <a:buNone/>
                      </a:pPr>
                      <a:r>
                        <a:rPr lang="en-GB" sz="1200"/>
                        <a:t>Method</a:t>
                      </a:r>
                      <a:endParaRPr sz="1200"/>
                    </a:p>
                  </a:txBody>
                  <a:tcPr marL="91425" marR="91425" marT="91425" marB="91425"/>
                </a:tc>
                <a:tc>
                  <a:txBody>
                    <a:bodyPr/>
                    <a:lstStyle/>
                    <a:p>
                      <a:pPr marL="0" lvl="0" indent="0" algn="l" rtl="0">
                        <a:spcBef>
                          <a:spcPts val="0"/>
                        </a:spcBef>
                        <a:spcAft>
                          <a:spcPts val="0"/>
                        </a:spcAft>
                        <a:buNone/>
                      </a:pPr>
                      <a:r>
                        <a:rPr lang="en-GB" sz="1200"/>
                        <a:t>KNN</a:t>
                      </a:r>
                      <a:endParaRPr sz="1200"/>
                    </a:p>
                  </a:txBody>
                  <a:tcPr marL="91425" marR="91425" marT="91425" marB="91425"/>
                </a:tc>
                <a:tc>
                  <a:txBody>
                    <a:bodyPr/>
                    <a:lstStyle/>
                    <a:p>
                      <a:pPr marL="0" lvl="0" indent="0" algn="l" rtl="0">
                        <a:spcBef>
                          <a:spcPts val="0"/>
                        </a:spcBef>
                        <a:spcAft>
                          <a:spcPts val="0"/>
                        </a:spcAft>
                        <a:buNone/>
                      </a:pPr>
                      <a:r>
                        <a:rPr lang="en-GB" sz="1200"/>
                        <a:t>Logistic Regression</a:t>
                      </a:r>
                      <a:endParaRPr sz="1200"/>
                    </a:p>
                  </a:txBody>
                  <a:tcPr marL="91425" marR="91425" marT="91425" marB="91425"/>
                </a:tc>
                <a:tc>
                  <a:txBody>
                    <a:bodyPr/>
                    <a:lstStyle/>
                    <a:p>
                      <a:pPr marL="0" lvl="0" indent="0" algn="l" rtl="0">
                        <a:spcBef>
                          <a:spcPts val="0"/>
                        </a:spcBef>
                        <a:spcAft>
                          <a:spcPts val="0"/>
                        </a:spcAft>
                        <a:buNone/>
                      </a:pPr>
                      <a:r>
                        <a:rPr lang="en-GB" sz="1200"/>
                        <a:t>Decision Tree</a:t>
                      </a:r>
                      <a:endParaRPr sz="1200"/>
                    </a:p>
                  </a:txBody>
                  <a:tcPr marL="91425" marR="91425" marT="91425" marB="91425"/>
                </a:tc>
                <a:tc>
                  <a:txBody>
                    <a:bodyPr/>
                    <a:lstStyle/>
                    <a:p>
                      <a:pPr marL="0" lvl="0" indent="0" algn="l" rtl="0">
                        <a:spcBef>
                          <a:spcPts val="0"/>
                        </a:spcBef>
                        <a:spcAft>
                          <a:spcPts val="0"/>
                        </a:spcAft>
                        <a:buNone/>
                      </a:pPr>
                      <a:r>
                        <a:rPr lang="en-GB" sz="1200"/>
                        <a:t>Random Forest</a:t>
                      </a:r>
                      <a:endParaRPr sz="1200"/>
                    </a:p>
                  </a:txBody>
                  <a:tcPr marL="91425" marR="91425" marT="91425" marB="91425"/>
                </a:tc>
                <a:tc>
                  <a:txBody>
                    <a:bodyPr/>
                    <a:lstStyle/>
                    <a:p>
                      <a:pPr marL="0" lvl="0" indent="0" algn="l" rtl="0">
                        <a:spcBef>
                          <a:spcPts val="0"/>
                        </a:spcBef>
                        <a:spcAft>
                          <a:spcPts val="0"/>
                        </a:spcAft>
                        <a:buNone/>
                      </a:pPr>
                      <a:r>
                        <a:rPr lang="en-GB" sz="1200"/>
                        <a:t>Bagging</a:t>
                      </a:r>
                      <a:endParaRPr sz="1200"/>
                    </a:p>
                  </a:txBody>
                  <a:tcPr marL="91425" marR="91425" marT="91425" marB="91425"/>
                </a:tc>
                <a:tc>
                  <a:txBody>
                    <a:bodyPr/>
                    <a:lstStyle/>
                    <a:p>
                      <a:pPr marL="0" lvl="0" indent="0" algn="l" rtl="0">
                        <a:spcBef>
                          <a:spcPts val="0"/>
                        </a:spcBef>
                        <a:spcAft>
                          <a:spcPts val="0"/>
                        </a:spcAft>
                        <a:buNone/>
                      </a:pPr>
                      <a:r>
                        <a:rPr lang="en-GB" sz="1200"/>
                        <a:t>Gradient Boosting</a:t>
                      </a:r>
                      <a:endParaRPr sz="1200"/>
                    </a:p>
                  </a:txBody>
                  <a:tcPr marL="91425" marR="91425" marT="91425" marB="91425"/>
                </a:tc>
                <a:tc>
                  <a:txBody>
                    <a:bodyPr/>
                    <a:lstStyle/>
                    <a:p>
                      <a:pPr marL="0" lvl="0" indent="0" algn="l" rtl="0">
                        <a:spcBef>
                          <a:spcPts val="0"/>
                        </a:spcBef>
                        <a:spcAft>
                          <a:spcPts val="0"/>
                        </a:spcAft>
                        <a:buNone/>
                      </a:pPr>
                      <a:r>
                        <a:rPr lang="en-GB" sz="1200" dirty="0"/>
                        <a:t>AdaBoost</a:t>
                      </a:r>
                      <a:endParaRPr sz="1200" dirty="0"/>
                    </a:p>
                  </a:txBody>
                  <a:tcPr marL="91425" marR="91425" marT="91425" marB="91425"/>
                </a:tc>
                <a:extLst>
                  <a:ext uri="{0D108BD9-81ED-4DB2-BD59-A6C34878D82A}">
                    <a16:rowId xmlns:a16="http://schemas.microsoft.com/office/drawing/2014/main" val="10000"/>
                  </a:ext>
                </a:extLst>
              </a:tr>
              <a:tr h="340475">
                <a:tc>
                  <a:txBody>
                    <a:bodyPr/>
                    <a:lstStyle/>
                    <a:p>
                      <a:pPr marL="0" lvl="0" indent="0" algn="l" rtl="0">
                        <a:spcBef>
                          <a:spcPts val="0"/>
                        </a:spcBef>
                        <a:spcAft>
                          <a:spcPts val="0"/>
                        </a:spcAft>
                        <a:buNone/>
                      </a:pPr>
                      <a:r>
                        <a:rPr lang="en-GB" sz="1200"/>
                        <a:t>Combined Numeric and cat. Accuracy</a:t>
                      </a:r>
                      <a:endParaRPr sz="1200"/>
                    </a:p>
                  </a:txBody>
                  <a:tcPr marL="91425" marR="91425" marT="91425" marB="91425"/>
                </a:tc>
                <a:tc>
                  <a:txBody>
                    <a:bodyPr/>
                    <a:lstStyle/>
                    <a:p>
                      <a:pPr marL="0" lvl="0" indent="0" algn="l" rtl="0">
                        <a:spcBef>
                          <a:spcPts val="0"/>
                        </a:spcBef>
                        <a:spcAft>
                          <a:spcPts val="0"/>
                        </a:spcAft>
                        <a:buNone/>
                      </a:pPr>
                      <a:r>
                        <a:rPr lang="en-GB" sz="1200" dirty="0"/>
                        <a:t>0.8542</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0.8528</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0.8659</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0.8690</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0.8745</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0.8819</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0.8729</a:t>
                      </a:r>
                      <a:endParaRPr sz="1200" dirty="0"/>
                    </a:p>
                  </a:txBody>
                  <a:tcPr marL="91425" marR="91425" marT="91425" marB="91425">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40475">
                <a:tc>
                  <a:txBody>
                    <a:bodyPr/>
                    <a:lstStyle/>
                    <a:p>
                      <a:pPr marL="0" lvl="0" indent="0" algn="l" rtl="0">
                        <a:spcBef>
                          <a:spcPts val="0"/>
                        </a:spcBef>
                        <a:spcAft>
                          <a:spcPts val="0"/>
                        </a:spcAft>
                        <a:buNone/>
                      </a:pPr>
                      <a:r>
                        <a:rPr lang="en-GB" sz="1200"/>
                        <a:t>Raw Data</a:t>
                      </a:r>
                      <a:endParaRPr sz="1200"/>
                    </a:p>
                  </a:txBody>
                  <a:tcPr marL="91425" marR="91425" marT="91425" marB="91425">
                    <a:lnR w="9525" cap="flat" cmpd="sng" algn="ctr">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sz="1200" dirty="0"/>
                        <a:t>0.5818</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0.5953</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0.5947</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0.6018</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0.6063</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0.6082</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0.5998</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70"/>
          <p:cNvSpPr txBox="1">
            <a:spLocks noGrp="1"/>
          </p:cNvSpPr>
          <p:nvPr>
            <p:ph type="title"/>
          </p:nvPr>
        </p:nvSpPr>
        <p:spPr>
          <a:xfrm>
            <a:off x="853950" y="1304849"/>
            <a:ext cx="7436100" cy="911877"/>
          </a:xfrm>
          <a:prstGeom prst="rect">
            <a:avLst/>
          </a:prstGeom>
        </p:spPr>
        <p:txBody>
          <a:bodyPr spcFirstLastPara="1" wrap="square" lIns="68575" tIns="68575" rIns="68575" bIns="68575" anchor="ctr" anchorCtr="0">
            <a:normAutofit/>
          </a:bodyPr>
          <a:lstStyle/>
          <a:p>
            <a:pPr marL="0" lvl="0" indent="0" algn="l" rtl="0">
              <a:lnSpc>
                <a:spcPct val="115000"/>
              </a:lnSpc>
              <a:spcBef>
                <a:spcPts val="0"/>
              </a:spcBef>
              <a:spcAft>
                <a:spcPts val="0"/>
              </a:spcAft>
              <a:buClr>
                <a:schemeClr val="dk2"/>
              </a:buClr>
              <a:buSzPct val="43137"/>
              <a:buFont typeface="Arial"/>
              <a:buNone/>
            </a:pPr>
            <a:r>
              <a:rPr lang="en-GB" sz="2300" dirty="0">
                <a:solidFill>
                  <a:schemeClr val="dk2"/>
                </a:solidFill>
                <a:latin typeface="Calibri"/>
                <a:ea typeface="Calibri"/>
                <a:cs typeface="Calibri"/>
                <a:sym typeface="Calibri"/>
              </a:rPr>
              <a:t>Removing Noisy Column: Gender</a:t>
            </a:r>
            <a:endParaRPr sz="23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ctr" rtl="0">
              <a:spcBef>
                <a:spcPts val="0"/>
              </a:spcBef>
              <a:spcAft>
                <a:spcPts val="0"/>
              </a:spcAft>
              <a:buNone/>
            </a:pPr>
            <a:endParaRPr dirty="0"/>
          </a:p>
        </p:txBody>
      </p:sp>
      <p:sp>
        <p:nvSpPr>
          <p:cNvPr id="487" name="Google Shape;487;p70"/>
          <p:cNvSpPr txBox="1">
            <a:spLocks noGrp="1"/>
          </p:cNvSpPr>
          <p:nvPr>
            <p:ph type="body" idx="1"/>
          </p:nvPr>
        </p:nvSpPr>
        <p:spPr>
          <a:xfrm>
            <a:off x="810250" y="809750"/>
            <a:ext cx="7992300" cy="2455500"/>
          </a:xfrm>
          <a:prstGeom prst="rect">
            <a:avLst/>
          </a:prstGeom>
        </p:spPr>
        <p:txBody>
          <a:bodyPr spcFirstLastPara="1" wrap="square" lIns="68575" tIns="68575" rIns="68575" bIns="68575" anchor="t" anchorCtr="0">
            <a:noAutofit/>
          </a:bodyPr>
          <a:lstStyle/>
          <a:p>
            <a:pPr marL="457200" lvl="0" indent="-317500" algn="just" rtl="0">
              <a:spcBef>
                <a:spcPts val="0"/>
              </a:spcBef>
              <a:spcAft>
                <a:spcPts val="0"/>
              </a:spcAft>
              <a:buSzPts val="1400"/>
              <a:buFont typeface="Calibri"/>
              <a:buChar char="●"/>
            </a:pPr>
            <a:r>
              <a:rPr lang="en-GB" b="1">
                <a:latin typeface="Calibri"/>
                <a:ea typeface="Calibri"/>
                <a:cs typeface="Calibri"/>
                <a:sym typeface="Calibri"/>
              </a:rPr>
              <a:t>Feature selection experiment:</a:t>
            </a:r>
            <a:r>
              <a:rPr lang="en-GB">
                <a:latin typeface="Calibri"/>
                <a:ea typeface="Calibri"/>
                <a:cs typeface="Calibri"/>
                <a:sym typeface="Calibri"/>
              </a:rPr>
              <a:t> After combining numeric and categorical columns, the sex/gender column was removed. This column was treated as a possible noisy or weak predictor. The goal was to check whether removing it improved model accuracy.</a:t>
            </a:r>
            <a:endParaRPr>
              <a:latin typeface="Calibri"/>
              <a:ea typeface="Calibri"/>
              <a:cs typeface="Calibri"/>
              <a:sym typeface="Calibri"/>
            </a:endParaRPr>
          </a:p>
          <a:p>
            <a:pPr marL="457200" lvl="0" indent="-317500" algn="just" rtl="0">
              <a:spcBef>
                <a:spcPts val="0"/>
              </a:spcBef>
              <a:spcAft>
                <a:spcPts val="0"/>
              </a:spcAft>
              <a:buSzPts val="1400"/>
              <a:buFont typeface="Calibri"/>
              <a:buChar char="●"/>
            </a:pPr>
            <a:r>
              <a:rPr lang="en-GB" b="1">
                <a:latin typeface="Calibri"/>
                <a:ea typeface="Calibri"/>
                <a:cs typeface="Calibri"/>
                <a:sym typeface="Calibri"/>
              </a:rPr>
              <a:t>Best model:</a:t>
            </a:r>
            <a:r>
              <a:rPr lang="en-GB">
                <a:latin typeface="Calibri"/>
                <a:ea typeface="Calibri"/>
                <a:cs typeface="Calibri"/>
                <a:sym typeface="Calibri"/>
              </a:rPr>
              <a:t> Gradient Boosting still gave the best result. Accuracy after removing sex/gender: 0.8786. This was slightly lower than the combined baseline accuracy of 0.8800.</a:t>
            </a:r>
            <a:endParaRPr>
              <a:latin typeface="Calibri"/>
              <a:ea typeface="Calibri"/>
              <a:cs typeface="Calibri"/>
              <a:sym typeface="Calibri"/>
            </a:endParaRPr>
          </a:p>
          <a:p>
            <a:pPr marL="457200" lvl="0" indent="-317500" algn="just" rtl="0">
              <a:spcBef>
                <a:spcPts val="0"/>
              </a:spcBef>
              <a:spcAft>
                <a:spcPts val="0"/>
              </a:spcAft>
              <a:buSzPts val="1400"/>
              <a:buFont typeface="Calibri"/>
              <a:buChar char="●"/>
            </a:pPr>
            <a:r>
              <a:rPr lang="en-GB" b="1">
                <a:latin typeface="Calibri"/>
                <a:ea typeface="Calibri"/>
                <a:cs typeface="Calibri"/>
                <a:sym typeface="Calibri"/>
              </a:rPr>
              <a:t>Main takeaway:</a:t>
            </a:r>
            <a:r>
              <a:rPr lang="en-GB">
                <a:latin typeface="Calibri"/>
                <a:ea typeface="Calibri"/>
                <a:cs typeface="Calibri"/>
                <a:sym typeface="Calibri"/>
              </a:rPr>
              <a:t> Removing sex/gender had only a small effect. KNN and Logistic Regression improved slightly. The best overall model did not improve, so this feature was not a major source of accuracy gain.</a:t>
            </a:r>
            <a:endParaRPr b="1">
              <a:latin typeface="Calibri"/>
              <a:ea typeface="Calibri"/>
              <a:cs typeface="Calibri"/>
              <a:sym typeface="Calibri"/>
            </a:endParaRPr>
          </a:p>
          <a:p>
            <a:pPr marL="914400" lvl="0" indent="0" algn="just" rtl="0">
              <a:spcBef>
                <a:spcPts val="0"/>
              </a:spcBef>
              <a:spcAft>
                <a:spcPts val="0"/>
              </a:spcAft>
              <a:buNone/>
            </a:pPr>
            <a:endParaRPr b="1">
              <a:latin typeface="Calibri"/>
              <a:ea typeface="Calibri"/>
              <a:cs typeface="Calibri"/>
              <a:sym typeface="Calibri"/>
            </a:endParaRPr>
          </a:p>
          <a:p>
            <a:pPr marL="457200" lvl="0" indent="0" algn="just" rtl="0">
              <a:spcBef>
                <a:spcPts val="0"/>
              </a:spcBef>
              <a:spcAft>
                <a:spcPts val="0"/>
              </a:spcAft>
              <a:buNone/>
            </a:pPr>
            <a:endParaRPr b="1">
              <a:latin typeface="Calibri"/>
              <a:ea typeface="Calibri"/>
              <a:cs typeface="Calibri"/>
              <a:sym typeface="Calibri"/>
            </a:endParaRPr>
          </a:p>
          <a:p>
            <a:pPr marL="457200" lvl="0" indent="0" algn="just" rtl="0">
              <a:spcBef>
                <a:spcPts val="0"/>
              </a:spcBef>
              <a:spcAft>
                <a:spcPts val="0"/>
              </a:spcAft>
              <a:buNone/>
            </a:pPr>
            <a:endParaRPr b="1">
              <a:latin typeface="Calibri"/>
              <a:ea typeface="Calibri"/>
              <a:cs typeface="Calibri"/>
              <a:sym typeface="Calibri"/>
            </a:endParaRPr>
          </a:p>
          <a:p>
            <a:pPr marL="0" lvl="0" indent="0" algn="ctr" rtl="0">
              <a:spcBef>
                <a:spcPts val="0"/>
              </a:spcBef>
              <a:spcAft>
                <a:spcPts val="0"/>
              </a:spcAft>
              <a:buNone/>
            </a:pPr>
            <a:endParaRPr sz="2500"/>
          </a:p>
        </p:txBody>
      </p:sp>
      <p:graphicFrame>
        <p:nvGraphicFramePr>
          <p:cNvPr id="488" name="Google Shape;488;p70"/>
          <p:cNvGraphicFramePr/>
          <p:nvPr>
            <p:extLst>
              <p:ext uri="{D42A27DB-BD31-4B8C-83A1-F6EECF244321}">
                <p14:modId xmlns:p14="http://schemas.microsoft.com/office/powerpoint/2010/main" val="2394258685"/>
              </p:ext>
            </p:extLst>
          </p:nvPr>
        </p:nvGraphicFramePr>
        <p:xfrm>
          <a:off x="650100" y="2880950"/>
          <a:ext cx="8362825" cy="1645830"/>
        </p:xfrm>
        <a:graphic>
          <a:graphicData uri="http://schemas.openxmlformats.org/drawingml/2006/table">
            <a:tbl>
              <a:tblPr>
                <a:noFill/>
                <a:tableStyleId>{68743728-9FBD-4B8E-9F55-8127AA9A19A7}</a:tableStyleId>
              </a:tblPr>
              <a:tblGrid>
                <a:gridCol w="1394650">
                  <a:extLst>
                    <a:ext uri="{9D8B030D-6E8A-4147-A177-3AD203B41FA5}">
                      <a16:colId xmlns:a16="http://schemas.microsoft.com/office/drawing/2014/main" val="20000"/>
                    </a:ext>
                  </a:extLst>
                </a:gridCol>
                <a:gridCol w="854800">
                  <a:extLst>
                    <a:ext uri="{9D8B030D-6E8A-4147-A177-3AD203B41FA5}">
                      <a16:colId xmlns:a16="http://schemas.microsoft.com/office/drawing/2014/main" val="20001"/>
                    </a:ext>
                  </a:extLst>
                </a:gridCol>
                <a:gridCol w="1205700">
                  <a:extLst>
                    <a:ext uri="{9D8B030D-6E8A-4147-A177-3AD203B41FA5}">
                      <a16:colId xmlns:a16="http://schemas.microsoft.com/office/drawing/2014/main" val="20002"/>
                    </a:ext>
                  </a:extLst>
                </a:gridCol>
                <a:gridCol w="1142700">
                  <a:extLst>
                    <a:ext uri="{9D8B030D-6E8A-4147-A177-3AD203B41FA5}">
                      <a16:colId xmlns:a16="http://schemas.microsoft.com/office/drawing/2014/main" val="20003"/>
                    </a:ext>
                  </a:extLst>
                </a:gridCol>
                <a:gridCol w="962775">
                  <a:extLst>
                    <a:ext uri="{9D8B030D-6E8A-4147-A177-3AD203B41FA5}">
                      <a16:colId xmlns:a16="http://schemas.microsoft.com/office/drawing/2014/main" val="20004"/>
                    </a:ext>
                  </a:extLst>
                </a:gridCol>
                <a:gridCol w="944750">
                  <a:extLst>
                    <a:ext uri="{9D8B030D-6E8A-4147-A177-3AD203B41FA5}">
                      <a16:colId xmlns:a16="http://schemas.microsoft.com/office/drawing/2014/main" val="20005"/>
                    </a:ext>
                  </a:extLst>
                </a:gridCol>
                <a:gridCol w="978750">
                  <a:extLst>
                    <a:ext uri="{9D8B030D-6E8A-4147-A177-3AD203B41FA5}">
                      <a16:colId xmlns:a16="http://schemas.microsoft.com/office/drawing/2014/main" val="20006"/>
                    </a:ext>
                  </a:extLst>
                </a:gridCol>
                <a:gridCol w="878700">
                  <a:extLst>
                    <a:ext uri="{9D8B030D-6E8A-4147-A177-3AD203B41FA5}">
                      <a16:colId xmlns:a16="http://schemas.microsoft.com/office/drawing/2014/main" val="20007"/>
                    </a:ext>
                  </a:extLst>
                </a:gridCol>
              </a:tblGrid>
              <a:tr h="506200">
                <a:tc>
                  <a:txBody>
                    <a:bodyPr/>
                    <a:lstStyle/>
                    <a:p>
                      <a:pPr marL="0" lvl="0" indent="0" algn="l" rtl="0">
                        <a:spcBef>
                          <a:spcPts val="0"/>
                        </a:spcBef>
                        <a:spcAft>
                          <a:spcPts val="0"/>
                        </a:spcAft>
                        <a:buNone/>
                      </a:pPr>
                      <a:r>
                        <a:rPr lang="en-GB" sz="1200"/>
                        <a:t>Method</a:t>
                      </a:r>
                      <a:endParaRPr sz="1200"/>
                    </a:p>
                  </a:txBody>
                  <a:tcPr marL="91425" marR="91425" marT="91425" marB="91425"/>
                </a:tc>
                <a:tc>
                  <a:txBody>
                    <a:bodyPr/>
                    <a:lstStyle/>
                    <a:p>
                      <a:pPr marL="0" lvl="0" indent="0" algn="l" rtl="0">
                        <a:spcBef>
                          <a:spcPts val="0"/>
                        </a:spcBef>
                        <a:spcAft>
                          <a:spcPts val="0"/>
                        </a:spcAft>
                        <a:buNone/>
                      </a:pPr>
                      <a:r>
                        <a:rPr lang="en-GB" sz="1200"/>
                        <a:t>KNN</a:t>
                      </a:r>
                      <a:endParaRPr sz="1200"/>
                    </a:p>
                  </a:txBody>
                  <a:tcPr marL="91425" marR="91425" marT="91425" marB="91425"/>
                </a:tc>
                <a:tc>
                  <a:txBody>
                    <a:bodyPr/>
                    <a:lstStyle/>
                    <a:p>
                      <a:pPr marL="0" lvl="0" indent="0" algn="l" rtl="0">
                        <a:spcBef>
                          <a:spcPts val="0"/>
                        </a:spcBef>
                        <a:spcAft>
                          <a:spcPts val="0"/>
                        </a:spcAft>
                        <a:buNone/>
                      </a:pPr>
                      <a:r>
                        <a:rPr lang="en-GB" sz="1200"/>
                        <a:t>Logistic Regression</a:t>
                      </a:r>
                      <a:endParaRPr sz="1200"/>
                    </a:p>
                  </a:txBody>
                  <a:tcPr marL="91425" marR="91425" marT="91425" marB="91425"/>
                </a:tc>
                <a:tc>
                  <a:txBody>
                    <a:bodyPr/>
                    <a:lstStyle/>
                    <a:p>
                      <a:pPr marL="0" lvl="0" indent="0" algn="l" rtl="0">
                        <a:spcBef>
                          <a:spcPts val="0"/>
                        </a:spcBef>
                        <a:spcAft>
                          <a:spcPts val="0"/>
                        </a:spcAft>
                        <a:buNone/>
                      </a:pPr>
                      <a:r>
                        <a:rPr lang="en-GB" sz="1200"/>
                        <a:t>Decision Tree</a:t>
                      </a:r>
                      <a:endParaRPr sz="1200"/>
                    </a:p>
                  </a:txBody>
                  <a:tcPr marL="91425" marR="91425" marT="91425" marB="91425"/>
                </a:tc>
                <a:tc>
                  <a:txBody>
                    <a:bodyPr/>
                    <a:lstStyle/>
                    <a:p>
                      <a:pPr marL="0" lvl="0" indent="0" algn="l" rtl="0">
                        <a:spcBef>
                          <a:spcPts val="0"/>
                        </a:spcBef>
                        <a:spcAft>
                          <a:spcPts val="0"/>
                        </a:spcAft>
                        <a:buNone/>
                      </a:pPr>
                      <a:r>
                        <a:rPr lang="en-GB" sz="1200"/>
                        <a:t>Random Forest</a:t>
                      </a:r>
                      <a:endParaRPr sz="1200"/>
                    </a:p>
                  </a:txBody>
                  <a:tcPr marL="91425" marR="91425" marT="91425" marB="91425"/>
                </a:tc>
                <a:tc>
                  <a:txBody>
                    <a:bodyPr/>
                    <a:lstStyle/>
                    <a:p>
                      <a:pPr marL="0" lvl="0" indent="0" algn="l" rtl="0">
                        <a:spcBef>
                          <a:spcPts val="0"/>
                        </a:spcBef>
                        <a:spcAft>
                          <a:spcPts val="0"/>
                        </a:spcAft>
                        <a:buNone/>
                      </a:pPr>
                      <a:r>
                        <a:rPr lang="en-GB" sz="1200"/>
                        <a:t>Bagging</a:t>
                      </a:r>
                      <a:endParaRPr sz="1200"/>
                    </a:p>
                  </a:txBody>
                  <a:tcPr marL="91425" marR="91425" marT="91425" marB="91425"/>
                </a:tc>
                <a:tc>
                  <a:txBody>
                    <a:bodyPr/>
                    <a:lstStyle/>
                    <a:p>
                      <a:pPr marL="0" lvl="0" indent="0" algn="l" rtl="0">
                        <a:spcBef>
                          <a:spcPts val="0"/>
                        </a:spcBef>
                        <a:spcAft>
                          <a:spcPts val="0"/>
                        </a:spcAft>
                        <a:buNone/>
                      </a:pPr>
                      <a:r>
                        <a:rPr lang="en-GB" sz="1200"/>
                        <a:t>Gradient Boosting</a:t>
                      </a:r>
                      <a:endParaRPr sz="1200"/>
                    </a:p>
                  </a:txBody>
                  <a:tcPr marL="91425" marR="91425" marT="91425" marB="91425"/>
                </a:tc>
                <a:tc>
                  <a:txBody>
                    <a:bodyPr/>
                    <a:lstStyle/>
                    <a:p>
                      <a:pPr marL="0" lvl="0" indent="0" algn="l" rtl="0">
                        <a:spcBef>
                          <a:spcPts val="0"/>
                        </a:spcBef>
                        <a:spcAft>
                          <a:spcPts val="0"/>
                        </a:spcAft>
                        <a:buNone/>
                      </a:pPr>
                      <a:r>
                        <a:rPr lang="en-GB" sz="1200" dirty="0"/>
                        <a:t>AdaBoost</a:t>
                      </a:r>
                      <a:endParaRPr sz="1200" dirty="0"/>
                    </a:p>
                  </a:txBody>
                  <a:tcPr marL="91425" marR="91425" marT="91425" marB="91425"/>
                </a:tc>
                <a:extLst>
                  <a:ext uri="{0D108BD9-81ED-4DB2-BD59-A6C34878D82A}">
                    <a16:rowId xmlns:a16="http://schemas.microsoft.com/office/drawing/2014/main" val="10000"/>
                  </a:ext>
                </a:extLst>
              </a:tr>
              <a:tr h="522150">
                <a:tc>
                  <a:txBody>
                    <a:bodyPr/>
                    <a:lstStyle/>
                    <a:p>
                      <a:pPr marL="0" lvl="0" indent="0" algn="l" rtl="0">
                        <a:spcBef>
                          <a:spcPts val="0"/>
                        </a:spcBef>
                        <a:spcAft>
                          <a:spcPts val="0"/>
                        </a:spcAft>
                        <a:buNone/>
                      </a:pPr>
                      <a:r>
                        <a:rPr lang="en-GB" sz="1200"/>
                        <a:t>After removing noisy Column</a:t>
                      </a:r>
                      <a:endParaRPr sz="1200"/>
                    </a:p>
                  </a:txBody>
                  <a:tcPr marL="91425" marR="91425" marT="91425" marB="91425"/>
                </a:tc>
                <a:tc>
                  <a:txBody>
                    <a:bodyPr/>
                    <a:lstStyle/>
                    <a:p>
                      <a:pPr marL="0" lvl="0" indent="0" algn="l" rtl="0">
                        <a:spcBef>
                          <a:spcPts val="0"/>
                        </a:spcBef>
                        <a:spcAft>
                          <a:spcPts val="0"/>
                        </a:spcAft>
                        <a:buNone/>
                      </a:pPr>
                      <a:r>
                        <a:rPr lang="en-GB" sz="1200" dirty="0"/>
                        <a:t>0.8532</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0.8551</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0.8657</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0.8676</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a:t>0.8733</a:t>
                      </a:r>
                      <a:endParaRPr sz="120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0.8813</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0.8741</a:t>
                      </a:r>
                      <a:endParaRPr sz="1200" dirty="0"/>
                    </a:p>
                  </a:txBody>
                  <a:tcPr marL="91425" marR="91425" marT="91425" marB="91425">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40475">
                <a:tc>
                  <a:txBody>
                    <a:bodyPr/>
                    <a:lstStyle/>
                    <a:p>
                      <a:pPr marL="0" lvl="0" indent="0" algn="l" rtl="0">
                        <a:spcBef>
                          <a:spcPts val="0"/>
                        </a:spcBef>
                        <a:spcAft>
                          <a:spcPts val="0"/>
                        </a:spcAft>
                        <a:buNone/>
                      </a:pPr>
                      <a:r>
                        <a:rPr lang="en-GB" sz="1200"/>
                        <a:t>Combined Accuracy</a:t>
                      </a:r>
                      <a:endParaRPr sz="1200"/>
                    </a:p>
                  </a:txBody>
                  <a:tcPr marL="91425" marR="91425" marT="91425" marB="91425">
                    <a:lnR w="9525" cap="flat" cmpd="sng" algn="ctr">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sz="1200" dirty="0"/>
                        <a:t>0.8542</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0.8528</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0.8659</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0.8690</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0.8745</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0.8819</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0.8729</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71"/>
          <p:cNvSpPr txBox="1">
            <a:spLocks noGrp="1"/>
          </p:cNvSpPr>
          <p:nvPr>
            <p:ph type="title"/>
          </p:nvPr>
        </p:nvSpPr>
        <p:spPr>
          <a:xfrm>
            <a:off x="853950" y="1304850"/>
            <a:ext cx="7436100" cy="1442968"/>
          </a:xfrm>
          <a:prstGeom prst="rect">
            <a:avLst/>
          </a:prstGeom>
        </p:spPr>
        <p:txBody>
          <a:bodyPr spcFirstLastPara="1" wrap="square" lIns="68575" tIns="68575" rIns="68575" bIns="68575" anchor="ctr" anchorCtr="0">
            <a:normAutofit/>
          </a:bodyPr>
          <a:lstStyle/>
          <a:p>
            <a:pPr marL="0" lvl="0" indent="0" algn="l" rtl="0">
              <a:lnSpc>
                <a:spcPct val="115000"/>
              </a:lnSpc>
              <a:spcBef>
                <a:spcPts val="0"/>
              </a:spcBef>
              <a:spcAft>
                <a:spcPts val="0"/>
              </a:spcAft>
              <a:buClr>
                <a:schemeClr val="dk2"/>
              </a:buClr>
              <a:buSzPct val="34375"/>
              <a:buFont typeface="Arial"/>
              <a:buNone/>
            </a:pPr>
            <a:r>
              <a:rPr lang="en-GB" sz="2300" dirty="0">
                <a:solidFill>
                  <a:schemeClr val="dk2"/>
                </a:solidFill>
                <a:latin typeface="Calibri"/>
                <a:ea typeface="Calibri"/>
                <a:cs typeface="Calibri"/>
                <a:sym typeface="Calibri"/>
              </a:rPr>
              <a:t>Capital Gain/Loss Feature Engineering</a:t>
            </a:r>
            <a:endParaRPr sz="23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ctr" rtl="0">
              <a:spcBef>
                <a:spcPts val="0"/>
              </a:spcBef>
              <a:spcAft>
                <a:spcPts val="0"/>
              </a:spcAft>
              <a:buNone/>
            </a:pPr>
            <a:endParaRPr dirty="0"/>
          </a:p>
        </p:txBody>
      </p:sp>
      <p:sp>
        <p:nvSpPr>
          <p:cNvPr id="494" name="Google Shape;494;p71"/>
          <p:cNvSpPr txBox="1">
            <a:spLocks noGrp="1"/>
          </p:cNvSpPr>
          <p:nvPr>
            <p:ph type="body" idx="1"/>
          </p:nvPr>
        </p:nvSpPr>
        <p:spPr>
          <a:xfrm>
            <a:off x="810250" y="809750"/>
            <a:ext cx="7992300" cy="2455500"/>
          </a:xfrm>
          <a:prstGeom prst="rect">
            <a:avLst/>
          </a:prstGeom>
        </p:spPr>
        <p:txBody>
          <a:bodyPr spcFirstLastPara="1" wrap="square" lIns="68575" tIns="68575" rIns="68575" bIns="68575" anchor="t" anchorCtr="0">
            <a:noAutofit/>
          </a:bodyPr>
          <a:lstStyle/>
          <a:p>
            <a:pPr marL="457200" lvl="0" indent="-317500" algn="l" rtl="0">
              <a:spcBef>
                <a:spcPts val="0"/>
              </a:spcBef>
              <a:spcAft>
                <a:spcPts val="0"/>
              </a:spcAft>
              <a:buSzPts val="1400"/>
              <a:buFont typeface="Calibri"/>
              <a:buChar char="●"/>
            </a:pPr>
            <a:r>
              <a:rPr lang="en-GB" b="1" dirty="0">
                <a:latin typeface="Calibri"/>
                <a:ea typeface="Calibri"/>
                <a:cs typeface="Calibri"/>
                <a:sym typeface="Calibri"/>
              </a:rPr>
              <a:t>Capital feature engineering experiment:</a:t>
            </a:r>
            <a:r>
              <a:rPr lang="en-GB" dirty="0">
                <a:latin typeface="Calibri"/>
                <a:ea typeface="Calibri"/>
                <a:cs typeface="Calibri"/>
                <a:sym typeface="Calibri"/>
              </a:rPr>
              <a:t> Capital-gain and capital-loss columns were improved using transformations. Log features were created to reduce the effect of very large values. Has-capital indicators and a capital-activity feature were added</a:t>
            </a:r>
            <a:endParaRPr dirty="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GB" b="1" dirty="0">
                <a:latin typeface="Calibri"/>
                <a:ea typeface="Calibri"/>
                <a:cs typeface="Calibri"/>
                <a:sym typeface="Calibri"/>
              </a:rPr>
              <a:t>Best model:</a:t>
            </a:r>
            <a:r>
              <a:rPr lang="en-GB" dirty="0">
                <a:latin typeface="Calibri"/>
                <a:ea typeface="Calibri"/>
                <a:cs typeface="Calibri"/>
                <a:sym typeface="Calibri"/>
              </a:rPr>
              <a:t> Gradient Boosting gave the best result again. Accuracy with capital features: 0.8800. Random Forest improved to 0.8753, and KNN improved to 0.8563 compared with the combined baseline.</a:t>
            </a:r>
            <a:endParaRPr dirty="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GB" b="1" dirty="0">
                <a:latin typeface="Calibri"/>
                <a:ea typeface="Calibri"/>
                <a:cs typeface="Calibri"/>
                <a:sym typeface="Calibri"/>
              </a:rPr>
              <a:t>Main takeaway:</a:t>
            </a:r>
            <a:r>
              <a:rPr lang="en-GB" dirty="0">
                <a:latin typeface="Calibri"/>
                <a:ea typeface="Calibri"/>
                <a:cs typeface="Calibri"/>
                <a:sym typeface="Calibri"/>
              </a:rPr>
              <a:t> Capital feature engineering improved several models. The best model stayed equal to the combined baseline at 0.8800. These features helped smaller models more than Gradient Boosting.</a:t>
            </a:r>
            <a:endParaRPr b="1" dirty="0">
              <a:latin typeface="Calibri"/>
              <a:ea typeface="Calibri"/>
              <a:cs typeface="Calibri"/>
              <a:sym typeface="Calibri"/>
            </a:endParaRPr>
          </a:p>
          <a:p>
            <a:pPr marL="914400" lvl="0" indent="0" algn="just" rtl="0">
              <a:spcBef>
                <a:spcPts val="0"/>
              </a:spcBef>
              <a:spcAft>
                <a:spcPts val="0"/>
              </a:spcAft>
              <a:buNone/>
            </a:pPr>
            <a:endParaRPr b="1" dirty="0">
              <a:latin typeface="Calibri"/>
              <a:ea typeface="Calibri"/>
              <a:cs typeface="Calibri"/>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0" lvl="0" indent="0" algn="ctr" rtl="0">
              <a:spcBef>
                <a:spcPts val="0"/>
              </a:spcBef>
              <a:spcAft>
                <a:spcPts val="0"/>
              </a:spcAft>
              <a:buNone/>
            </a:pPr>
            <a:endParaRPr sz="2500" dirty="0"/>
          </a:p>
        </p:txBody>
      </p:sp>
      <p:graphicFrame>
        <p:nvGraphicFramePr>
          <p:cNvPr id="495" name="Google Shape;495;p71"/>
          <p:cNvGraphicFramePr/>
          <p:nvPr>
            <p:extLst>
              <p:ext uri="{D42A27DB-BD31-4B8C-83A1-F6EECF244321}">
                <p14:modId xmlns:p14="http://schemas.microsoft.com/office/powerpoint/2010/main" val="666500889"/>
              </p:ext>
            </p:extLst>
          </p:nvPr>
        </p:nvGraphicFramePr>
        <p:xfrm>
          <a:off x="624988" y="2872225"/>
          <a:ext cx="8362825" cy="1645830"/>
        </p:xfrm>
        <a:graphic>
          <a:graphicData uri="http://schemas.openxmlformats.org/drawingml/2006/table">
            <a:tbl>
              <a:tblPr>
                <a:noFill/>
                <a:tableStyleId>{68743728-9FBD-4B8E-9F55-8127AA9A19A7}</a:tableStyleId>
              </a:tblPr>
              <a:tblGrid>
                <a:gridCol w="1394650">
                  <a:extLst>
                    <a:ext uri="{9D8B030D-6E8A-4147-A177-3AD203B41FA5}">
                      <a16:colId xmlns:a16="http://schemas.microsoft.com/office/drawing/2014/main" val="20000"/>
                    </a:ext>
                  </a:extLst>
                </a:gridCol>
                <a:gridCol w="854800">
                  <a:extLst>
                    <a:ext uri="{9D8B030D-6E8A-4147-A177-3AD203B41FA5}">
                      <a16:colId xmlns:a16="http://schemas.microsoft.com/office/drawing/2014/main" val="20001"/>
                    </a:ext>
                  </a:extLst>
                </a:gridCol>
                <a:gridCol w="1205700">
                  <a:extLst>
                    <a:ext uri="{9D8B030D-6E8A-4147-A177-3AD203B41FA5}">
                      <a16:colId xmlns:a16="http://schemas.microsoft.com/office/drawing/2014/main" val="20002"/>
                    </a:ext>
                  </a:extLst>
                </a:gridCol>
                <a:gridCol w="1142700">
                  <a:extLst>
                    <a:ext uri="{9D8B030D-6E8A-4147-A177-3AD203B41FA5}">
                      <a16:colId xmlns:a16="http://schemas.microsoft.com/office/drawing/2014/main" val="20003"/>
                    </a:ext>
                  </a:extLst>
                </a:gridCol>
                <a:gridCol w="962775">
                  <a:extLst>
                    <a:ext uri="{9D8B030D-6E8A-4147-A177-3AD203B41FA5}">
                      <a16:colId xmlns:a16="http://schemas.microsoft.com/office/drawing/2014/main" val="20004"/>
                    </a:ext>
                  </a:extLst>
                </a:gridCol>
                <a:gridCol w="944750">
                  <a:extLst>
                    <a:ext uri="{9D8B030D-6E8A-4147-A177-3AD203B41FA5}">
                      <a16:colId xmlns:a16="http://schemas.microsoft.com/office/drawing/2014/main" val="20005"/>
                    </a:ext>
                  </a:extLst>
                </a:gridCol>
                <a:gridCol w="978750">
                  <a:extLst>
                    <a:ext uri="{9D8B030D-6E8A-4147-A177-3AD203B41FA5}">
                      <a16:colId xmlns:a16="http://schemas.microsoft.com/office/drawing/2014/main" val="20006"/>
                    </a:ext>
                  </a:extLst>
                </a:gridCol>
                <a:gridCol w="878700">
                  <a:extLst>
                    <a:ext uri="{9D8B030D-6E8A-4147-A177-3AD203B41FA5}">
                      <a16:colId xmlns:a16="http://schemas.microsoft.com/office/drawing/2014/main" val="20007"/>
                    </a:ext>
                  </a:extLst>
                </a:gridCol>
              </a:tblGrid>
              <a:tr h="506200">
                <a:tc>
                  <a:txBody>
                    <a:bodyPr/>
                    <a:lstStyle/>
                    <a:p>
                      <a:pPr marL="0" lvl="0" indent="0" algn="l" rtl="0">
                        <a:spcBef>
                          <a:spcPts val="0"/>
                        </a:spcBef>
                        <a:spcAft>
                          <a:spcPts val="0"/>
                        </a:spcAft>
                        <a:buNone/>
                      </a:pPr>
                      <a:r>
                        <a:rPr lang="en-GB" sz="1200"/>
                        <a:t>Method</a:t>
                      </a:r>
                      <a:endParaRPr sz="1200"/>
                    </a:p>
                  </a:txBody>
                  <a:tcPr marL="91425" marR="91425" marT="91425" marB="91425"/>
                </a:tc>
                <a:tc>
                  <a:txBody>
                    <a:bodyPr/>
                    <a:lstStyle/>
                    <a:p>
                      <a:pPr marL="0" lvl="0" indent="0" algn="l" rtl="0">
                        <a:spcBef>
                          <a:spcPts val="0"/>
                        </a:spcBef>
                        <a:spcAft>
                          <a:spcPts val="0"/>
                        </a:spcAft>
                        <a:buNone/>
                      </a:pPr>
                      <a:r>
                        <a:rPr lang="en-GB" sz="1200"/>
                        <a:t>KNN</a:t>
                      </a:r>
                      <a:endParaRPr sz="1200"/>
                    </a:p>
                  </a:txBody>
                  <a:tcPr marL="91425" marR="91425" marT="91425" marB="91425"/>
                </a:tc>
                <a:tc>
                  <a:txBody>
                    <a:bodyPr/>
                    <a:lstStyle/>
                    <a:p>
                      <a:pPr marL="0" lvl="0" indent="0" algn="l" rtl="0">
                        <a:spcBef>
                          <a:spcPts val="0"/>
                        </a:spcBef>
                        <a:spcAft>
                          <a:spcPts val="0"/>
                        </a:spcAft>
                        <a:buNone/>
                      </a:pPr>
                      <a:r>
                        <a:rPr lang="en-GB" sz="1200"/>
                        <a:t>Logistic Regression</a:t>
                      </a:r>
                      <a:endParaRPr sz="1200"/>
                    </a:p>
                  </a:txBody>
                  <a:tcPr marL="91425" marR="91425" marT="91425" marB="91425"/>
                </a:tc>
                <a:tc>
                  <a:txBody>
                    <a:bodyPr/>
                    <a:lstStyle/>
                    <a:p>
                      <a:pPr marL="0" lvl="0" indent="0" algn="l" rtl="0">
                        <a:spcBef>
                          <a:spcPts val="0"/>
                        </a:spcBef>
                        <a:spcAft>
                          <a:spcPts val="0"/>
                        </a:spcAft>
                        <a:buNone/>
                      </a:pPr>
                      <a:r>
                        <a:rPr lang="en-GB" sz="1200"/>
                        <a:t>Decision Tree</a:t>
                      </a:r>
                      <a:endParaRPr sz="1200"/>
                    </a:p>
                  </a:txBody>
                  <a:tcPr marL="91425" marR="91425" marT="91425" marB="91425"/>
                </a:tc>
                <a:tc>
                  <a:txBody>
                    <a:bodyPr/>
                    <a:lstStyle/>
                    <a:p>
                      <a:pPr marL="0" lvl="0" indent="0" algn="l" rtl="0">
                        <a:spcBef>
                          <a:spcPts val="0"/>
                        </a:spcBef>
                        <a:spcAft>
                          <a:spcPts val="0"/>
                        </a:spcAft>
                        <a:buNone/>
                      </a:pPr>
                      <a:r>
                        <a:rPr lang="en-GB" sz="1200"/>
                        <a:t>Random Forest</a:t>
                      </a:r>
                      <a:endParaRPr sz="1200"/>
                    </a:p>
                  </a:txBody>
                  <a:tcPr marL="91425" marR="91425" marT="91425" marB="91425"/>
                </a:tc>
                <a:tc>
                  <a:txBody>
                    <a:bodyPr/>
                    <a:lstStyle/>
                    <a:p>
                      <a:pPr marL="0" lvl="0" indent="0" algn="l" rtl="0">
                        <a:spcBef>
                          <a:spcPts val="0"/>
                        </a:spcBef>
                        <a:spcAft>
                          <a:spcPts val="0"/>
                        </a:spcAft>
                        <a:buNone/>
                      </a:pPr>
                      <a:r>
                        <a:rPr lang="en-GB" sz="1200"/>
                        <a:t>Bagging</a:t>
                      </a:r>
                      <a:endParaRPr sz="1200"/>
                    </a:p>
                  </a:txBody>
                  <a:tcPr marL="91425" marR="91425" marT="91425" marB="91425"/>
                </a:tc>
                <a:tc>
                  <a:txBody>
                    <a:bodyPr/>
                    <a:lstStyle/>
                    <a:p>
                      <a:pPr marL="0" lvl="0" indent="0" algn="l" rtl="0">
                        <a:spcBef>
                          <a:spcPts val="0"/>
                        </a:spcBef>
                        <a:spcAft>
                          <a:spcPts val="0"/>
                        </a:spcAft>
                        <a:buNone/>
                      </a:pPr>
                      <a:r>
                        <a:rPr lang="en-GB" sz="1200"/>
                        <a:t>Gradient Boosting</a:t>
                      </a:r>
                      <a:endParaRPr sz="1200"/>
                    </a:p>
                  </a:txBody>
                  <a:tcPr marL="91425" marR="91425" marT="91425" marB="91425"/>
                </a:tc>
                <a:tc>
                  <a:txBody>
                    <a:bodyPr/>
                    <a:lstStyle/>
                    <a:p>
                      <a:pPr marL="0" lvl="0" indent="0" algn="l" rtl="0">
                        <a:spcBef>
                          <a:spcPts val="0"/>
                        </a:spcBef>
                        <a:spcAft>
                          <a:spcPts val="0"/>
                        </a:spcAft>
                        <a:buNone/>
                      </a:pPr>
                      <a:r>
                        <a:rPr lang="en-GB" sz="1200"/>
                        <a:t>AdaBoost</a:t>
                      </a:r>
                      <a:endParaRPr sz="1200"/>
                    </a:p>
                  </a:txBody>
                  <a:tcPr marL="91425" marR="91425" marT="91425" marB="91425"/>
                </a:tc>
                <a:extLst>
                  <a:ext uri="{0D108BD9-81ED-4DB2-BD59-A6C34878D82A}">
                    <a16:rowId xmlns:a16="http://schemas.microsoft.com/office/drawing/2014/main" val="10000"/>
                  </a:ext>
                </a:extLst>
              </a:tr>
              <a:tr h="522150">
                <a:tc>
                  <a:txBody>
                    <a:bodyPr/>
                    <a:lstStyle/>
                    <a:p>
                      <a:pPr marL="0" lvl="0" indent="0" algn="l" rtl="0">
                        <a:spcBef>
                          <a:spcPts val="0"/>
                        </a:spcBef>
                        <a:spcAft>
                          <a:spcPts val="0"/>
                        </a:spcAft>
                        <a:buNone/>
                      </a:pPr>
                      <a:r>
                        <a:rPr lang="en-GB" sz="1200" dirty="0"/>
                        <a:t>Capital gain/ loss feature </a:t>
                      </a:r>
                      <a:r>
                        <a:rPr lang="en-GB" sz="1200" dirty="0" err="1"/>
                        <a:t>Engg</a:t>
                      </a:r>
                      <a:r>
                        <a:rPr lang="en-GB" sz="1200" dirty="0"/>
                        <a:t>.</a:t>
                      </a:r>
                      <a:endParaRPr sz="1200" dirty="0"/>
                    </a:p>
                  </a:txBody>
                  <a:tcPr marL="91425" marR="91425" marT="91425" marB="91425"/>
                </a:tc>
                <a:tc>
                  <a:txBody>
                    <a:bodyPr/>
                    <a:lstStyle/>
                    <a:p>
                      <a:pPr marL="0" lvl="0" indent="0" algn="l" rtl="0">
                        <a:spcBef>
                          <a:spcPts val="0"/>
                        </a:spcBef>
                        <a:spcAft>
                          <a:spcPts val="0"/>
                        </a:spcAft>
                        <a:buNone/>
                      </a:pPr>
                      <a:r>
                        <a:rPr lang="en-GB" sz="1200" dirty="0"/>
                        <a:t>0.8585</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0.8577</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0.8661</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0.8723</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0.8774</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0.8813</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0.8629</a:t>
                      </a:r>
                      <a:endParaRPr sz="1200" dirty="0"/>
                    </a:p>
                  </a:txBody>
                  <a:tcPr marL="91425" marR="91425" marT="91425" marB="91425">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40475">
                <a:tc>
                  <a:txBody>
                    <a:bodyPr/>
                    <a:lstStyle/>
                    <a:p>
                      <a:pPr marL="0" lvl="0" indent="0" algn="l" rtl="0">
                        <a:spcBef>
                          <a:spcPts val="0"/>
                        </a:spcBef>
                        <a:spcAft>
                          <a:spcPts val="0"/>
                        </a:spcAft>
                        <a:buNone/>
                      </a:pPr>
                      <a:r>
                        <a:rPr lang="en-GB" sz="1200"/>
                        <a:t>Combined Accuracy</a:t>
                      </a:r>
                      <a:endParaRPr sz="1200"/>
                    </a:p>
                  </a:txBody>
                  <a:tcPr marL="91425" marR="91425" marT="91425" marB="91425">
                    <a:lnR w="9525" cap="flat" cmpd="sng" algn="ctr">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sz="1200" dirty="0"/>
                        <a:t>0.8542</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0.8528</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0.8659</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0.8690</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0.8745</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0.8819</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0.8729</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72"/>
          <p:cNvSpPr txBox="1">
            <a:spLocks noGrp="1"/>
          </p:cNvSpPr>
          <p:nvPr>
            <p:ph type="title"/>
          </p:nvPr>
        </p:nvSpPr>
        <p:spPr>
          <a:xfrm>
            <a:off x="853950" y="1505526"/>
            <a:ext cx="7436100" cy="1020023"/>
          </a:xfrm>
          <a:prstGeom prst="rect">
            <a:avLst/>
          </a:prstGeom>
        </p:spPr>
        <p:txBody>
          <a:bodyPr spcFirstLastPara="1" wrap="square" lIns="68575" tIns="68575" rIns="68575" bIns="68575" anchor="ctr" anchorCtr="0">
            <a:normAutofit/>
          </a:bodyPr>
          <a:lstStyle/>
          <a:p>
            <a:pPr marL="0" lvl="0" indent="0" algn="l" rtl="0">
              <a:lnSpc>
                <a:spcPct val="115000"/>
              </a:lnSpc>
              <a:spcBef>
                <a:spcPts val="0"/>
              </a:spcBef>
              <a:spcAft>
                <a:spcPts val="0"/>
              </a:spcAft>
              <a:buNone/>
            </a:pPr>
            <a:r>
              <a:rPr lang="en-GB" sz="2300" dirty="0">
                <a:solidFill>
                  <a:schemeClr val="dk2"/>
                </a:solidFill>
                <a:latin typeface="Calibri"/>
                <a:ea typeface="Calibri"/>
                <a:cs typeface="Calibri"/>
                <a:sym typeface="Calibri"/>
              </a:rPr>
              <a:t>Occupation Group Feature Engineering</a:t>
            </a:r>
            <a:endParaRPr sz="23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ctr" rtl="0">
              <a:spcBef>
                <a:spcPts val="0"/>
              </a:spcBef>
              <a:spcAft>
                <a:spcPts val="0"/>
              </a:spcAft>
              <a:buNone/>
            </a:pPr>
            <a:endParaRPr dirty="0"/>
          </a:p>
        </p:txBody>
      </p:sp>
      <p:sp>
        <p:nvSpPr>
          <p:cNvPr id="501" name="Google Shape;501;p72"/>
          <p:cNvSpPr txBox="1">
            <a:spLocks noGrp="1"/>
          </p:cNvSpPr>
          <p:nvPr>
            <p:ph type="body" idx="1"/>
          </p:nvPr>
        </p:nvSpPr>
        <p:spPr>
          <a:xfrm>
            <a:off x="810250" y="809750"/>
            <a:ext cx="7992300" cy="2030400"/>
          </a:xfrm>
          <a:prstGeom prst="rect">
            <a:avLst/>
          </a:prstGeom>
        </p:spPr>
        <p:txBody>
          <a:bodyPr spcFirstLastPara="1" wrap="square" lIns="68575" tIns="68575" rIns="68575" bIns="68575" anchor="t" anchorCtr="0">
            <a:noAutofit/>
          </a:bodyPr>
          <a:lstStyle/>
          <a:p>
            <a:pPr marL="457200" lvl="0" indent="-317500" algn="l" rtl="0">
              <a:spcBef>
                <a:spcPts val="0"/>
              </a:spcBef>
              <a:spcAft>
                <a:spcPts val="0"/>
              </a:spcAft>
              <a:buSzPts val="1400"/>
              <a:buFont typeface="Calibri"/>
              <a:buChar char="●"/>
            </a:pPr>
            <a:r>
              <a:rPr lang="en-GB" b="1" dirty="0">
                <a:latin typeface="Calibri"/>
                <a:ea typeface="Calibri"/>
                <a:cs typeface="Calibri"/>
                <a:sym typeface="Calibri"/>
              </a:rPr>
              <a:t>Occupation-group experiment:</a:t>
            </a:r>
            <a:r>
              <a:rPr lang="en-GB" dirty="0">
                <a:latin typeface="Calibri"/>
                <a:ea typeface="Calibri"/>
                <a:cs typeface="Calibri"/>
                <a:sym typeface="Calibri"/>
              </a:rPr>
              <a:t> The original occupation column was kept in the dataset. A new occupation income group feature was added. The goal was to test whether grouped occupation categories improved model accuracy.</a:t>
            </a:r>
            <a:endParaRPr dirty="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GB" b="1" dirty="0">
                <a:latin typeface="Calibri"/>
                <a:ea typeface="Calibri"/>
                <a:cs typeface="Calibri"/>
                <a:sym typeface="Calibri"/>
              </a:rPr>
              <a:t>Best model:</a:t>
            </a:r>
            <a:r>
              <a:rPr lang="en-GB" dirty="0">
                <a:latin typeface="Calibri"/>
                <a:ea typeface="Calibri"/>
                <a:cs typeface="Calibri"/>
                <a:sym typeface="Calibri"/>
              </a:rPr>
              <a:t> Gradient Boosting gave the best result. Accuracy with occupation grouping: 0.8802. This was slightly higher than the combined baseline accuracy of 0.8800.</a:t>
            </a:r>
            <a:endParaRPr dirty="0">
              <a:latin typeface="Calibri"/>
              <a:ea typeface="Calibri"/>
              <a:cs typeface="Calibri"/>
              <a:sym typeface="Calibri"/>
            </a:endParaRPr>
          </a:p>
          <a:p>
            <a:pPr marL="457200" lvl="0" indent="-317500" algn="l" rtl="0">
              <a:spcBef>
                <a:spcPts val="0"/>
              </a:spcBef>
              <a:spcAft>
                <a:spcPts val="0"/>
              </a:spcAft>
              <a:buSzPts val="1400"/>
              <a:buFont typeface="Calibri"/>
              <a:buChar char="●"/>
            </a:pPr>
            <a:r>
              <a:rPr lang="en-GB" b="1" dirty="0">
                <a:latin typeface="Calibri"/>
                <a:ea typeface="Calibri"/>
                <a:cs typeface="Calibri"/>
                <a:sym typeface="Calibri"/>
              </a:rPr>
              <a:t>Main takeaway:</a:t>
            </a:r>
            <a:r>
              <a:rPr lang="en-GB" dirty="0">
                <a:latin typeface="Calibri"/>
                <a:ea typeface="Calibri"/>
                <a:cs typeface="Calibri"/>
                <a:sym typeface="Calibri"/>
              </a:rPr>
              <a:t> Occupation grouping helped some tree-based and boosting models. AdaBoost improved from 0.8678 to 0.8708. The overall gain was small, but it added useful structure to the feature set.</a:t>
            </a:r>
            <a:endParaRPr b="1" dirty="0">
              <a:latin typeface="Calibri"/>
              <a:ea typeface="Calibri"/>
              <a:cs typeface="Calibri"/>
              <a:sym typeface="Calibri"/>
            </a:endParaRPr>
          </a:p>
          <a:p>
            <a:pPr marL="914400" lvl="0" indent="0" algn="just" rtl="0">
              <a:spcBef>
                <a:spcPts val="0"/>
              </a:spcBef>
              <a:spcAft>
                <a:spcPts val="0"/>
              </a:spcAft>
              <a:buNone/>
            </a:pPr>
            <a:endParaRPr b="1" dirty="0">
              <a:latin typeface="Calibri"/>
              <a:ea typeface="Calibri"/>
              <a:cs typeface="Calibri"/>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0" lvl="0" indent="0" algn="ctr" rtl="0">
              <a:spcBef>
                <a:spcPts val="0"/>
              </a:spcBef>
              <a:spcAft>
                <a:spcPts val="0"/>
              </a:spcAft>
              <a:buNone/>
            </a:pPr>
            <a:endParaRPr sz="2500" dirty="0"/>
          </a:p>
        </p:txBody>
      </p:sp>
      <p:graphicFrame>
        <p:nvGraphicFramePr>
          <p:cNvPr id="502" name="Google Shape;502;p72"/>
          <p:cNvGraphicFramePr/>
          <p:nvPr>
            <p:extLst>
              <p:ext uri="{D42A27DB-BD31-4B8C-83A1-F6EECF244321}">
                <p14:modId xmlns:p14="http://schemas.microsoft.com/office/powerpoint/2010/main" val="3256489874"/>
              </p:ext>
            </p:extLst>
          </p:nvPr>
        </p:nvGraphicFramePr>
        <p:xfrm>
          <a:off x="810239" y="2959600"/>
          <a:ext cx="8273726" cy="1645830"/>
        </p:xfrm>
        <a:graphic>
          <a:graphicData uri="http://schemas.openxmlformats.org/drawingml/2006/table">
            <a:tbl>
              <a:tblPr>
                <a:noFill/>
                <a:tableStyleId>{68743728-9FBD-4B8E-9F55-8127AA9A19A7}</a:tableStyleId>
              </a:tblPr>
              <a:tblGrid>
                <a:gridCol w="1387679">
                  <a:extLst>
                    <a:ext uri="{9D8B030D-6E8A-4147-A177-3AD203B41FA5}">
                      <a16:colId xmlns:a16="http://schemas.microsoft.com/office/drawing/2014/main" val="20000"/>
                    </a:ext>
                  </a:extLst>
                </a:gridCol>
                <a:gridCol w="850527">
                  <a:extLst>
                    <a:ext uri="{9D8B030D-6E8A-4147-A177-3AD203B41FA5}">
                      <a16:colId xmlns:a16="http://schemas.microsoft.com/office/drawing/2014/main" val="20001"/>
                    </a:ext>
                  </a:extLst>
                </a:gridCol>
                <a:gridCol w="1199673">
                  <a:extLst>
                    <a:ext uri="{9D8B030D-6E8A-4147-A177-3AD203B41FA5}">
                      <a16:colId xmlns:a16="http://schemas.microsoft.com/office/drawing/2014/main" val="20002"/>
                    </a:ext>
                  </a:extLst>
                </a:gridCol>
                <a:gridCol w="1136988">
                  <a:extLst>
                    <a:ext uri="{9D8B030D-6E8A-4147-A177-3AD203B41FA5}">
                      <a16:colId xmlns:a16="http://schemas.microsoft.com/office/drawing/2014/main" val="20003"/>
                    </a:ext>
                  </a:extLst>
                </a:gridCol>
                <a:gridCol w="957963">
                  <a:extLst>
                    <a:ext uri="{9D8B030D-6E8A-4147-A177-3AD203B41FA5}">
                      <a16:colId xmlns:a16="http://schemas.microsoft.com/office/drawing/2014/main" val="20004"/>
                    </a:ext>
                  </a:extLst>
                </a:gridCol>
                <a:gridCol w="940028">
                  <a:extLst>
                    <a:ext uri="{9D8B030D-6E8A-4147-A177-3AD203B41FA5}">
                      <a16:colId xmlns:a16="http://schemas.microsoft.com/office/drawing/2014/main" val="20005"/>
                    </a:ext>
                  </a:extLst>
                </a:gridCol>
                <a:gridCol w="973858">
                  <a:extLst>
                    <a:ext uri="{9D8B030D-6E8A-4147-A177-3AD203B41FA5}">
                      <a16:colId xmlns:a16="http://schemas.microsoft.com/office/drawing/2014/main" val="20006"/>
                    </a:ext>
                  </a:extLst>
                </a:gridCol>
                <a:gridCol w="827010">
                  <a:extLst>
                    <a:ext uri="{9D8B030D-6E8A-4147-A177-3AD203B41FA5}">
                      <a16:colId xmlns:a16="http://schemas.microsoft.com/office/drawing/2014/main" val="20007"/>
                    </a:ext>
                  </a:extLst>
                </a:gridCol>
              </a:tblGrid>
              <a:tr h="506200">
                <a:tc>
                  <a:txBody>
                    <a:bodyPr/>
                    <a:lstStyle/>
                    <a:p>
                      <a:pPr marL="0" lvl="0" indent="0" algn="l" rtl="0">
                        <a:spcBef>
                          <a:spcPts val="0"/>
                        </a:spcBef>
                        <a:spcAft>
                          <a:spcPts val="0"/>
                        </a:spcAft>
                        <a:buNone/>
                      </a:pPr>
                      <a:r>
                        <a:rPr lang="en-GB" sz="1200"/>
                        <a:t>Method</a:t>
                      </a:r>
                      <a:endParaRPr sz="1200"/>
                    </a:p>
                  </a:txBody>
                  <a:tcPr marL="91425" marR="91425" marT="91425" marB="91425"/>
                </a:tc>
                <a:tc>
                  <a:txBody>
                    <a:bodyPr/>
                    <a:lstStyle/>
                    <a:p>
                      <a:pPr marL="0" lvl="0" indent="0" algn="l" rtl="0">
                        <a:spcBef>
                          <a:spcPts val="0"/>
                        </a:spcBef>
                        <a:spcAft>
                          <a:spcPts val="0"/>
                        </a:spcAft>
                        <a:buNone/>
                      </a:pPr>
                      <a:r>
                        <a:rPr lang="en-GB" sz="1200"/>
                        <a:t>KNN</a:t>
                      </a:r>
                      <a:endParaRPr sz="1200"/>
                    </a:p>
                  </a:txBody>
                  <a:tcPr marL="91425" marR="91425" marT="91425" marB="91425"/>
                </a:tc>
                <a:tc>
                  <a:txBody>
                    <a:bodyPr/>
                    <a:lstStyle/>
                    <a:p>
                      <a:pPr marL="0" lvl="0" indent="0" algn="l" rtl="0">
                        <a:spcBef>
                          <a:spcPts val="0"/>
                        </a:spcBef>
                        <a:spcAft>
                          <a:spcPts val="0"/>
                        </a:spcAft>
                        <a:buNone/>
                      </a:pPr>
                      <a:r>
                        <a:rPr lang="en-GB" sz="1200"/>
                        <a:t>Logistic Regression</a:t>
                      </a:r>
                      <a:endParaRPr sz="1200"/>
                    </a:p>
                  </a:txBody>
                  <a:tcPr marL="91425" marR="91425" marT="91425" marB="91425"/>
                </a:tc>
                <a:tc>
                  <a:txBody>
                    <a:bodyPr/>
                    <a:lstStyle/>
                    <a:p>
                      <a:pPr marL="0" lvl="0" indent="0" algn="l" rtl="0">
                        <a:spcBef>
                          <a:spcPts val="0"/>
                        </a:spcBef>
                        <a:spcAft>
                          <a:spcPts val="0"/>
                        </a:spcAft>
                        <a:buNone/>
                      </a:pPr>
                      <a:r>
                        <a:rPr lang="en-GB" sz="1200"/>
                        <a:t>Decision Tree</a:t>
                      </a:r>
                      <a:endParaRPr sz="1200"/>
                    </a:p>
                  </a:txBody>
                  <a:tcPr marL="91425" marR="91425" marT="91425" marB="91425"/>
                </a:tc>
                <a:tc>
                  <a:txBody>
                    <a:bodyPr/>
                    <a:lstStyle/>
                    <a:p>
                      <a:pPr marL="0" lvl="0" indent="0" algn="l" rtl="0">
                        <a:spcBef>
                          <a:spcPts val="0"/>
                        </a:spcBef>
                        <a:spcAft>
                          <a:spcPts val="0"/>
                        </a:spcAft>
                        <a:buNone/>
                      </a:pPr>
                      <a:r>
                        <a:rPr lang="en-GB" sz="1200"/>
                        <a:t>Random Forest</a:t>
                      </a:r>
                      <a:endParaRPr sz="1200"/>
                    </a:p>
                  </a:txBody>
                  <a:tcPr marL="91425" marR="91425" marT="91425" marB="91425"/>
                </a:tc>
                <a:tc>
                  <a:txBody>
                    <a:bodyPr/>
                    <a:lstStyle/>
                    <a:p>
                      <a:pPr marL="0" lvl="0" indent="0" algn="l" rtl="0">
                        <a:spcBef>
                          <a:spcPts val="0"/>
                        </a:spcBef>
                        <a:spcAft>
                          <a:spcPts val="0"/>
                        </a:spcAft>
                        <a:buNone/>
                      </a:pPr>
                      <a:r>
                        <a:rPr lang="en-GB" sz="1200"/>
                        <a:t>Bagging</a:t>
                      </a:r>
                      <a:endParaRPr sz="1200"/>
                    </a:p>
                  </a:txBody>
                  <a:tcPr marL="91425" marR="91425" marT="91425" marB="91425"/>
                </a:tc>
                <a:tc>
                  <a:txBody>
                    <a:bodyPr/>
                    <a:lstStyle/>
                    <a:p>
                      <a:pPr marL="0" lvl="0" indent="0" algn="l" rtl="0">
                        <a:spcBef>
                          <a:spcPts val="0"/>
                        </a:spcBef>
                        <a:spcAft>
                          <a:spcPts val="0"/>
                        </a:spcAft>
                        <a:buNone/>
                      </a:pPr>
                      <a:r>
                        <a:rPr lang="en-GB" sz="1200"/>
                        <a:t>Gradient Boosting</a:t>
                      </a:r>
                      <a:endParaRPr sz="1200"/>
                    </a:p>
                  </a:txBody>
                  <a:tcPr marL="91425" marR="91425" marT="91425" marB="91425"/>
                </a:tc>
                <a:tc>
                  <a:txBody>
                    <a:bodyPr/>
                    <a:lstStyle/>
                    <a:p>
                      <a:pPr marL="0" lvl="0" indent="0" algn="l" rtl="0">
                        <a:spcBef>
                          <a:spcPts val="0"/>
                        </a:spcBef>
                        <a:spcAft>
                          <a:spcPts val="0"/>
                        </a:spcAft>
                        <a:buNone/>
                      </a:pPr>
                      <a:r>
                        <a:rPr lang="en-GB" sz="1200"/>
                        <a:t>AdaBoost</a:t>
                      </a:r>
                      <a:endParaRPr sz="1200"/>
                    </a:p>
                  </a:txBody>
                  <a:tcPr marL="91425" marR="91425" marT="91425" marB="91425"/>
                </a:tc>
                <a:extLst>
                  <a:ext uri="{0D108BD9-81ED-4DB2-BD59-A6C34878D82A}">
                    <a16:rowId xmlns:a16="http://schemas.microsoft.com/office/drawing/2014/main" val="10000"/>
                  </a:ext>
                </a:extLst>
              </a:tr>
              <a:tr h="522150">
                <a:tc>
                  <a:txBody>
                    <a:bodyPr/>
                    <a:lstStyle/>
                    <a:p>
                      <a:pPr marL="0" lvl="0" indent="0" algn="l" rtl="0">
                        <a:spcBef>
                          <a:spcPts val="0"/>
                        </a:spcBef>
                        <a:spcAft>
                          <a:spcPts val="0"/>
                        </a:spcAft>
                        <a:buNone/>
                      </a:pPr>
                      <a:r>
                        <a:rPr lang="en-GB" sz="1200"/>
                        <a:t>Occupation Accuracy</a:t>
                      </a:r>
                      <a:endParaRPr sz="1200"/>
                    </a:p>
                  </a:txBody>
                  <a:tcPr marL="91425" marR="91425" marT="91425" marB="91425"/>
                </a:tc>
                <a:tc>
                  <a:txBody>
                    <a:bodyPr/>
                    <a:lstStyle/>
                    <a:p>
                      <a:pPr marL="0" lvl="0" indent="0" algn="l" rtl="0">
                        <a:spcBef>
                          <a:spcPts val="0"/>
                        </a:spcBef>
                        <a:spcAft>
                          <a:spcPts val="0"/>
                        </a:spcAft>
                        <a:buNone/>
                      </a:pPr>
                      <a:r>
                        <a:rPr lang="en-GB" sz="1200" dirty="0"/>
                        <a:t>0.8506</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0.8530</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0.8639</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0.8671</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a:t>0.8757</a:t>
                      </a:r>
                      <a:endParaRPr sz="120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0.8837</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0.8745</a:t>
                      </a:r>
                      <a:endParaRPr sz="1200" dirty="0"/>
                    </a:p>
                  </a:txBody>
                  <a:tcPr marL="91425" marR="91425" marT="91425" marB="91425">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40475">
                <a:tc>
                  <a:txBody>
                    <a:bodyPr/>
                    <a:lstStyle/>
                    <a:p>
                      <a:pPr marL="0" lvl="0" indent="0" algn="l" rtl="0">
                        <a:spcBef>
                          <a:spcPts val="0"/>
                        </a:spcBef>
                        <a:spcAft>
                          <a:spcPts val="0"/>
                        </a:spcAft>
                        <a:buNone/>
                      </a:pPr>
                      <a:r>
                        <a:rPr lang="en-GB" sz="1200"/>
                        <a:t>Combined Accuracy</a:t>
                      </a:r>
                      <a:endParaRPr sz="1200"/>
                    </a:p>
                  </a:txBody>
                  <a:tcPr marL="91425" marR="91425" marT="91425" marB="91425">
                    <a:lnR w="9525" cap="flat" cmpd="sng" algn="ctr">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sz="1200" dirty="0"/>
                        <a:t>0.8542</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0.8528</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0.8659</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0.8690</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0.8745</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0.8819</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0.8729</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99">
          <a:extLst>
            <a:ext uri="{FF2B5EF4-FFF2-40B4-BE49-F238E27FC236}">
              <a16:creationId xmlns:a16="http://schemas.microsoft.com/office/drawing/2014/main" id="{8A7194D8-1913-F645-F5CD-AEE2DB5D3E0D}"/>
            </a:ext>
          </a:extLst>
        </p:cNvPr>
        <p:cNvGrpSpPr/>
        <p:nvPr/>
      </p:nvGrpSpPr>
      <p:grpSpPr>
        <a:xfrm>
          <a:off x="0" y="0"/>
          <a:ext cx="0" cy="0"/>
          <a:chOff x="0" y="0"/>
          <a:chExt cx="0" cy="0"/>
        </a:xfrm>
      </p:grpSpPr>
      <p:sp>
        <p:nvSpPr>
          <p:cNvPr id="500" name="Google Shape;500;p72">
            <a:extLst>
              <a:ext uri="{FF2B5EF4-FFF2-40B4-BE49-F238E27FC236}">
                <a16:creationId xmlns:a16="http://schemas.microsoft.com/office/drawing/2014/main" id="{19F9FD48-21DF-3DE6-DE2B-41816479DC54}"/>
              </a:ext>
            </a:extLst>
          </p:cNvPr>
          <p:cNvSpPr txBox="1">
            <a:spLocks noGrp="1"/>
          </p:cNvSpPr>
          <p:nvPr>
            <p:ph type="title"/>
          </p:nvPr>
        </p:nvSpPr>
        <p:spPr>
          <a:xfrm>
            <a:off x="853950" y="1505526"/>
            <a:ext cx="7436100" cy="1020023"/>
          </a:xfrm>
          <a:prstGeom prst="rect">
            <a:avLst/>
          </a:prstGeom>
        </p:spPr>
        <p:txBody>
          <a:bodyPr spcFirstLastPara="1" wrap="square" lIns="68575" tIns="68575" rIns="68575" bIns="68575" anchor="ctr" anchorCtr="0">
            <a:normAutofit/>
          </a:bodyPr>
          <a:lstStyle/>
          <a:p>
            <a:pPr marL="0" lvl="0" indent="0" algn="l" rtl="0">
              <a:lnSpc>
                <a:spcPct val="115000"/>
              </a:lnSpc>
              <a:spcBef>
                <a:spcPts val="0"/>
              </a:spcBef>
              <a:spcAft>
                <a:spcPts val="0"/>
              </a:spcAft>
              <a:buNone/>
            </a:pPr>
            <a:r>
              <a:rPr lang="en-GB" sz="2300" dirty="0">
                <a:solidFill>
                  <a:schemeClr val="dk2"/>
                </a:solidFill>
                <a:latin typeface="Calibri"/>
                <a:ea typeface="Calibri"/>
                <a:cs typeface="Calibri"/>
                <a:sym typeface="Calibri"/>
              </a:rPr>
              <a:t>Age Group Feature Engineering</a:t>
            </a:r>
            <a:endParaRPr sz="23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ctr" rtl="0">
              <a:spcBef>
                <a:spcPts val="0"/>
              </a:spcBef>
              <a:spcAft>
                <a:spcPts val="0"/>
              </a:spcAft>
              <a:buNone/>
            </a:pPr>
            <a:endParaRPr dirty="0"/>
          </a:p>
        </p:txBody>
      </p:sp>
      <p:sp>
        <p:nvSpPr>
          <p:cNvPr id="501" name="Google Shape;501;p72">
            <a:extLst>
              <a:ext uri="{FF2B5EF4-FFF2-40B4-BE49-F238E27FC236}">
                <a16:creationId xmlns:a16="http://schemas.microsoft.com/office/drawing/2014/main" id="{C7FE5275-B2D5-2294-6B9E-217907247DA3}"/>
              </a:ext>
            </a:extLst>
          </p:cNvPr>
          <p:cNvSpPr txBox="1">
            <a:spLocks noGrp="1"/>
          </p:cNvSpPr>
          <p:nvPr>
            <p:ph type="body" idx="1"/>
          </p:nvPr>
        </p:nvSpPr>
        <p:spPr>
          <a:xfrm>
            <a:off x="810250" y="809750"/>
            <a:ext cx="7992300" cy="2030400"/>
          </a:xfrm>
          <a:prstGeom prst="rect">
            <a:avLst/>
          </a:prstGeom>
        </p:spPr>
        <p:txBody>
          <a:bodyPr spcFirstLastPara="1" wrap="square" lIns="68575" tIns="68575" rIns="68575" bIns="68575" anchor="t" anchorCtr="0">
            <a:noAutofit/>
          </a:bodyPr>
          <a:lstStyle/>
          <a:p>
            <a:pPr lvl="0" algn="l">
              <a:buFont typeface="Calibri"/>
              <a:buChar char="●"/>
            </a:pPr>
            <a:r>
              <a:rPr lang="en-US" b="1" dirty="0">
                <a:latin typeface="Calibri" panose="020F0502020204030204" pitchFamily="34" charset="0"/>
                <a:ea typeface="Calibri" panose="020F0502020204030204" pitchFamily="34" charset="0"/>
                <a:cs typeface="Calibri" panose="020F0502020204030204" pitchFamily="34" charset="0"/>
              </a:rPr>
              <a:t>Age-group experiment:</a:t>
            </a:r>
            <a:r>
              <a:rPr lang="en-US" dirty="0">
                <a:latin typeface="Calibri" panose="020F0502020204030204" pitchFamily="34" charset="0"/>
                <a:ea typeface="Calibri" panose="020F0502020204030204" pitchFamily="34" charset="0"/>
                <a:cs typeface="Calibri" panose="020F0502020204030204" pitchFamily="34" charset="0"/>
              </a:rPr>
              <a:t> The original age column was kept in the dataset. A new age group feature was added by dividing age into different age ranges. The goal was to test whether grouped age categories improved model accuracy. </a:t>
            </a:r>
          </a:p>
          <a:p>
            <a:pPr lvl="0" algn="l">
              <a:buFont typeface="Calibri"/>
              <a:buChar char="●"/>
            </a:pPr>
            <a:r>
              <a:rPr lang="en-US" b="1" dirty="0">
                <a:latin typeface="Calibri" panose="020F0502020204030204" pitchFamily="34" charset="0"/>
                <a:ea typeface="Calibri" panose="020F0502020204030204" pitchFamily="34" charset="0"/>
                <a:cs typeface="Calibri" panose="020F0502020204030204" pitchFamily="34" charset="0"/>
              </a:rPr>
              <a:t>Best model:</a:t>
            </a:r>
            <a:r>
              <a:rPr lang="en-US" dirty="0">
                <a:latin typeface="Calibri" panose="020F0502020204030204" pitchFamily="34" charset="0"/>
                <a:ea typeface="Calibri" panose="020F0502020204030204" pitchFamily="34" charset="0"/>
                <a:cs typeface="Calibri" panose="020F0502020204030204" pitchFamily="34" charset="0"/>
              </a:rPr>
              <a:t> Gradient Boosting gave the best result. Accuracy with age grouping: </a:t>
            </a:r>
            <a:r>
              <a:rPr lang="en-US" b="1" dirty="0">
                <a:latin typeface="Calibri" panose="020F0502020204030204" pitchFamily="34" charset="0"/>
                <a:ea typeface="Calibri" panose="020F0502020204030204" pitchFamily="34" charset="0"/>
                <a:cs typeface="Calibri" panose="020F0502020204030204" pitchFamily="34" charset="0"/>
              </a:rPr>
              <a:t>0.8821</a:t>
            </a:r>
            <a:r>
              <a:rPr lang="en-US" dirty="0">
                <a:latin typeface="Calibri" panose="020F0502020204030204" pitchFamily="34" charset="0"/>
                <a:ea typeface="Calibri" panose="020F0502020204030204" pitchFamily="34" charset="0"/>
                <a:cs typeface="Calibri" panose="020F0502020204030204" pitchFamily="34" charset="0"/>
              </a:rPr>
              <a:t>. This was slightly higher than the combined baseline accuracy of </a:t>
            </a:r>
            <a:r>
              <a:rPr lang="en-US" b="1" dirty="0">
                <a:latin typeface="Calibri" panose="020F0502020204030204" pitchFamily="34" charset="0"/>
                <a:ea typeface="Calibri" panose="020F0502020204030204" pitchFamily="34" charset="0"/>
                <a:cs typeface="Calibri" panose="020F0502020204030204" pitchFamily="34" charset="0"/>
              </a:rPr>
              <a:t>0.8819</a:t>
            </a:r>
            <a:r>
              <a:rPr lang="en-US" dirty="0">
                <a:latin typeface="Calibri" panose="020F0502020204030204" pitchFamily="34" charset="0"/>
                <a:ea typeface="Calibri" panose="020F0502020204030204" pitchFamily="34" charset="0"/>
                <a:cs typeface="Calibri" panose="020F0502020204030204" pitchFamily="34" charset="0"/>
              </a:rPr>
              <a:t>. </a:t>
            </a:r>
          </a:p>
          <a:p>
            <a:pPr lvl="0" algn="l">
              <a:buFont typeface="Calibri"/>
              <a:buChar char="●"/>
            </a:pPr>
            <a:r>
              <a:rPr lang="en-US" b="1" dirty="0">
                <a:latin typeface="Calibri" panose="020F0502020204030204" pitchFamily="34" charset="0"/>
                <a:ea typeface="Calibri" panose="020F0502020204030204" pitchFamily="34" charset="0"/>
                <a:cs typeface="Calibri" panose="020F0502020204030204" pitchFamily="34" charset="0"/>
              </a:rPr>
              <a:t>Main takeaway:</a:t>
            </a:r>
            <a:r>
              <a:rPr lang="en-US" dirty="0">
                <a:latin typeface="Calibri" panose="020F0502020204030204" pitchFamily="34" charset="0"/>
                <a:ea typeface="Calibri" panose="020F0502020204030204" pitchFamily="34" charset="0"/>
                <a:cs typeface="Calibri" panose="020F0502020204030204" pitchFamily="34" charset="0"/>
              </a:rPr>
              <a:t> Age grouping gave a very small improvement for Gradient Boosting and KNN. However, some models such as Random Forest and AdaBoost slightly decreased. Overall, the gain was small, but the age group feature added useful structure to the dataset.</a:t>
            </a:r>
            <a:endParaRPr b="1" dirty="0">
              <a:latin typeface="Calibri" panose="020F0502020204030204" pitchFamily="34" charset="0"/>
              <a:ea typeface="Calibri" panose="020F0502020204030204" pitchFamily="34" charset="0"/>
              <a:cs typeface="Calibri" panose="020F0502020204030204" pitchFamily="34" charset="0"/>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0" lvl="0" indent="0" algn="ctr" rtl="0">
              <a:spcBef>
                <a:spcPts val="0"/>
              </a:spcBef>
              <a:spcAft>
                <a:spcPts val="0"/>
              </a:spcAft>
              <a:buNone/>
            </a:pPr>
            <a:endParaRPr sz="2500" dirty="0"/>
          </a:p>
        </p:txBody>
      </p:sp>
      <p:graphicFrame>
        <p:nvGraphicFramePr>
          <p:cNvPr id="502" name="Google Shape;502;p72">
            <a:extLst>
              <a:ext uri="{FF2B5EF4-FFF2-40B4-BE49-F238E27FC236}">
                <a16:creationId xmlns:a16="http://schemas.microsoft.com/office/drawing/2014/main" id="{97EA2E3A-54AF-A9AE-F591-F1C4304573EA}"/>
              </a:ext>
            </a:extLst>
          </p:cNvPr>
          <p:cNvGraphicFramePr/>
          <p:nvPr>
            <p:extLst>
              <p:ext uri="{D42A27DB-BD31-4B8C-83A1-F6EECF244321}">
                <p14:modId xmlns:p14="http://schemas.microsoft.com/office/powerpoint/2010/main" val="961373092"/>
              </p:ext>
            </p:extLst>
          </p:nvPr>
        </p:nvGraphicFramePr>
        <p:xfrm>
          <a:off x="810239" y="2959600"/>
          <a:ext cx="8273726" cy="1645830"/>
        </p:xfrm>
        <a:graphic>
          <a:graphicData uri="http://schemas.openxmlformats.org/drawingml/2006/table">
            <a:tbl>
              <a:tblPr>
                <a:noFill/>
                <a:tableStyleId>{68743728-9FBD-4B8E-9F55-8127AA9A19A7}</a:tableStyleId>
              </a:tblPr>
              <a:tblGrid>
                <a:gridCol w="1387679">
                  <a:extLst>
                    <a:ext uri="{9D8B030D-6E8A-4147-A177-3AD203B41FA5}">
                      <a16:colId xmlns:a16="http://schemas.microsoft.com/office/drawing/2014/main" val="20000"/>
                    </a:ext>
                  </a:extLst>
                </a:gridCol>
                <a:gridCol w="850527">
                  <a:extLst>
                    <a:ext uri="{9D8B030D-6E8A-4147-A177-3AD203B41FA5}">
                      <a16:colId xmlns:a16="http://schemas.microsoft.com/office/drawing/2014/main" val="20001"/>
                    </a:ext>
                  </a:extLst>
                </a:gridCol>
                <a:gridCol w="1199673">
                  <a:extLst>
                    <a:ext uri="{9D8B030D-6E8A-4147-A177-3AD203B41FA5}">
                      <a16:colId xmlns:a16="http://schemas.microsoft.com/office/drawing/2014/main" val="20002"/>
                    </a:ext>
                  </a:extLst>
                </a:gridCol>
                <a:gridCol w="1136988">
                  <a:extLst>
                    <a:ext uri="{9D8B030D-6E8A-4147-A177-3AD203B41FA5}">
                      <a16:colId xmlns:a16="http://schemas.microsoft.com/office/drawing/2014/main" val="20003"/>
                    </a:ext>
                  </a:extLst>
                </a:gridCol>
                <a:gridCol w="957963">
                  <a:extLst>
                    <a:ext uri="{9D8B030D-6E8A-4147-A177-3AD203B41FA5}">
                      <a16:colId xmlns:a16="http://schemas.microsoft.com/office/drawing/2014/main" val="20004"/>
                    </a:ext>
                  </a:extLst>
                </a:gridCol>
                <a:gridCol w="940028">
                  <a:extLst>
                    <a:ext uri="{9D8B030D-6E8A-4147-A177-3AD203B41FA5}">
                      <a16:colId xmlns:a16="http://schemas.microsoft.com/office/drawing/2014/main" val="20005"/>
                    </a:ext>
                  </a:extLst>
                </a:gridCol>
                <a:gridCol w="973858">
                  <a:extLst>
                    <a:ext uri="{9D8B030D-6E8A-4147-A177-3AD203B41FA5}">
                      <a16:colId xmlns:a16="http://schemas.microsoft.com/office/drawing/2014/main" val="20006"/>
                    </a:ext>
                  </a:extLst>
                </a:gridCol>
                <a:gridCol w="827010">
                  <a:extLst>
                    <a:ext uri="{9D8B030D-6E8A-4147-A177-3AD203B41FA5}">
                      <a16:colId xmlns:a16="http://schemas.microsoft.com/office/drawing/2014/main" val="20007"/>
                    </a:ext>
                  </a:extLst>
                </a:gridCol>
              </a:tblGrid>
              <a:tr h="506200">
                <a:tc>
                  <a:txBody>
                    <a:bodyPr/>
                    <a:lstStyle/>
                    <a:p>
                      <a:pPr marL="0" lvl="0" indent="0" algn="l" rtl="0">
                        <a:spcBef>
                          <a:spcPts val="0"/>
                        </a:spcBef>
                        <a:spcAft>
                          <a:spcPts val="0"/>
                        </a:spcAft>
                        <a:buNone/>
                      </a:pPr>
                      <a:r>
                        <a:rPr lang="en-GB" sz="1200"/>
                        <a:t>Method</a:t>
                      </a:r>
                      <a:endParaRPr sz="1200"/>
                    </a:p>
                  </a:txBody>
                  <a:tcPr marL="91425" marR="91425" marT="91425" marB="91425"/>
                </a:tc>
                <a:tc>
                  <a:txBody>
                    <a:bodyPr/>
                    <a:lstStyle/>
                    <a:p>
                      <a:pPr marL="0" lvl="0" indent="0" algn="l" rtl="0">
                        <a:spcBef>
                          <a:spcPts val="0"/>
                        </a:spcBef>
                        <a:spcAft>
                          <a:spcPts val="0"/>
                        </a:spcAft>
                        <a:buNone/>
                      </a:pPr>
                      <a:r>
                        <a:rPr lang="en-GB" sz="1200"/>
                        <a:t>KNN</a:t>
                      </a:r>
                      <a:endParaRPr sz="1200"/>
                    </a:p>
                  </a:txBody>
                  <a:tcPr marL="91425" marR="91425" marT="91425" marB="91425"/>
                </a:tc>
                <a:tc>
                  <a:txBody>
                    <a:bodyPr/>
                    <a:lstStyle/>
                    <a:p>
                      <a:pPr marL="0" lvl="0" indent="0" algn="l" rtl="0">
                        <a:spcBef>
                          <a:spcPts val="0"/>
                        </a:spcBef>
                        <a:spcAft>
                          <a:spcPts val="0"/>
                        </a:spcAft>
                        <a:buNone/>
                      </a:pPr>
                      <a:r>
                        <a:rPr lang="en-GB" sz="1200"/>
                        <a:t>Logistic Regression</a:t>
                      </a:r>
                      <a:endParaRPr sz="1200"/>
                    </a:p>
                  </a:txBody>
                  <a:tcPr marL="91425" marR="91425" marT="91425" marB="91425"/>
                </a:tc>
                <a:tc>
                  <a:txBody>
                    <a:bodyPr/>
                    <a:lstStyle/>
                    <a:p>
                      <a:pPr marL="0" lvl="0" indent="0" algn="l" rtl="0">
                        <a:spcBef>
                          <a:spcPts val="0"/>
                        </a:spcBef>
                        <a:spcAft>
                          <a:spcPts val="0"/>
                        </a:spcAft>
                        <a:buNone/>
                      </a:pPr>
                      <a:r>
                        <a:rPr lang="en-GB" sz="1200"/>
                        <a:t>Decision Tree</a:t>
                      </a:r>
                      <a:endParaRPr sz="1200"/>
                    </a:p>
                  </a:txBody>
                  <a:tcPr marL="91425" marR="91425" marT="91425" marB="91425"/>
                </a:tc>
                <a:tc>
                  <a:txBody>
                    <a:bodyPr/>
                    <a:lstStyle/>
                    <a:p>
                      <a:pPr marL="0" lvl="0" indent="0" algn="l" rtl="0">
                        <a:spcBef>
                          <a:spcPts val="0"/>
                        </a:spcBef>
                        <a:spcAft>
                          <a:spcPts val="0"/>
                        </a:spcAft>
                        <a:buNone/>
                      </a:pPr>
                      <a:r>
                        <a:rPr lang="en-GB" sz="1200"/>
                        <a:t>Random Forest</a:t>
                      </a:r>
                      <a:endParaRPr sz="1200"/>
                    </a:p>
                  </a:txBody>
                  <a:tcPr marL="91425" marR="91425" marT="91425" marB="91425"/>
                </a:tc>
                <a:tc>
                  <a:txBody>
                    <a:bodyPr/>
                    <a:lstStyle/>
                    <a:p>
                      <a:pPr marL="0" lvl="0" indent="0" algn="l" rtl="0">
                        <a:spcBef>
                          <a:spcPts val="0"/>
                        </a:spcBef>
                        <a:spcAft>
                          <a:spcPts val="0"/>
                        </a:spcAft>
                        <a:buNone/>
                      </a:pPr>
                      <a:r>
                        <a:rPr lang="en-GB" sz="1200"/>
                        <a:t>Bagging</a:t>
                      </a:r>
                      <a:endParaRPr sz="1200"/>
                    </a:p>
                  </a:txBody>
                  <a:tcPr marL="91425" marR="91425" marT="91425" marB="91425"/>
                </a:tc>
                <a:tc>
                  <a:txBody>
                    <a:bodyPr/>
                    <a:lstStyle/>
                    <a:p>
                      <a:pPr marL="0" lvl="0" indent="0" algn="l" rtl="0">
                        <a:spcBef>
                          <a:spcPts val="0"/>
                        </a:spcBef>
                        <a:spcAft>
                          <a:spcPts val="0"/>
                        </a:spcAft>
                        <a:buNone/>
                      </a:pPr>
                      <a:r>
                        <a:rPr lang="en-GB" sz="1200"/>
                        <a:t>Gradient Boosting</a:t>
                      </a:r>
                      <a:endParaRPr sz="1200"/>
                    </a:p>
                  </a:txBody>
                  <a:tcPr marL="91425" marR="91425" marT="91425" marB="91425"/>
                </a:tc>
                <a:tc>
                  <a:txBody>
                    <a:bodyPr/>
                    <a:lstStyle/>
                    <a:p>
                      <a:pPr marL="0" lvl="0" indent="0" algn="l" rtl="0">
                        <a:spcBef>
                          <a:spcPts val="0"/>
                        </a:spcBef>
                        <a:spcAft>
                          <a:spcPts val="0"/>
                        </a:spcAft>
                        <a:buNone/>
                      </a:pPr>
                      <a:r>
                        <a:rPr lang="en-GB" sz="1200"/>
                        <a:t>AdaBoost</a:t>
                      </a:r>
                      <a:endParaRPr sz="1200"/>
                    </a:p>
                  </a:txBody>
                  <a:tcPr marL="91425" marR="91425" marT="91425" marB="91425"/>
                </a:tc>
                <a:extLst>
                  <a:ext uri="{0D108BD9-81ED-4DB2-BD59-A6C34878D82A}">
                    <a16:rowId xmlns:a16="http://schemas.microsoft.com/office/drawing/2014/main" val="10000"/>
                  </a:ext>
                </a:extLst>
              </a:tr>
              <a:tr h="522150">
                <a:tc>
                  <a:txBody>
                    <a:bodyPr/>
                    <a:lstStyle/>
                    <a:p>
                      <a:pPr marL="0" lvl="0" indent="0" algn="l" rtl="0">
                        <a:spcBef>
                          <a:spcPts val="0"/>
                        </a:spcBef>
                        <a:spcAft>
                          <a:spcPts val="0"/>
                        </a:spcAft>
                        <a:buNone/>
                      </a:pPr>
                      <a:r>
                        <a:rPr lang="en-GB" sz="1200"/>
                        <a:t>Occupation Accuracy</a:t>
                      </a:r>
                      <a:endParaRPr sz="1200"/>
                    </a:p>
                  </a:txBody>
                  <a:tcPr marL="91425" marR="91425" marT="91425" marB="91425"/>
                </a:tc>
                <a:tc>
                  <a:txBody>
                    <a:bodyPr/>
                    <a:lstStyle/>
                    <a:p>
                      <a:pPr marL="0" lvl="0" indent="0" algn="l" rtl="0">
                        <a:spcBef>
                          <a:spcPts val="0"/>
                        </a:spcBef>
                        <a:spcAft>
                          <a:spcPts val="0"/>
                        </a:spcAft>
                        <a:buNone/>
                      </a:pPr>
                      <a:r>
                        <a:rPr lang="en-GB" sz="1200" dirty="0"/>
                        <a:t>0.8545</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0.8585</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0.8655</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0.8673</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0.8745</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0.8821</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0.8723</a:t>
                      </a:r>
                      <a:endParaRPr sz="1200" dirty="0"/>
                    </a:p>
                  </a:txBody>
                  <a:tcPr marL="91425" marR="91425" marT="91425" marB="91425">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40475">
                <a:tc>
                  <a:txBody>
                    <a:bodyPr/>
                    <a:lstStyle/>
                    <a:p>
                      <a:pPr marL="0" lvl="0" indent="0" algn="l" rtl="0">
                        <a:spcBef>
                          <a:spcPts val="0"/>
                        </a:spcBef>
                        <a:spcAft>
                          <a:spcPts val="0"/>
                        </a:spcAft>
                        <a:buNone/>
                      </a:pPr>
                      <a:r>
                        <a:rPr lang="en-GB" sz="1200"/>
                        <a:t>Combined Accuracy</a:t>
                      </a:r>
                      <a:endParaRPr sz="1200"/>
                    </a:p>
                  </a:txBody>
                  <a:tcPr marL="91425" marR="91425" marT="91425" marB="91425">
                    <a:lnR w="9525" cap="flat" cmpd="sng" algn="ctr">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sz="1200" dirty="0"/>
                        <a:t>0.8542</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0.8528</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0.8659</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0.8690</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0.8745</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0.8819</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0.8729</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4177932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99">
          <a:extLst>
            <a:ext uri="{FF2B5EF4-FFF2-40B4-BE49-F238E27FC236}">
              <a16:creationId xmlns:a16="http://schemas.microsoft.com/office/drawing/2014/main" id="{7675347C-9F3D-4A71-FEC5-F0806D271AFB}"/>
            </a:ext>
          </a:extLst>
        </p:cNvPr>
        <p:cNvGrpSpPr/>
        <p:nvPr/>
      </p:nvGrpSpPr>
      <p:grpSpPr>
        <a:xfrm>
          <a:off x="0" y="0"/>
          <a:ext cx="0" cy="0"/>
          <a:chOff x="0" y="0"/>
          <a:chExt cx="0" cy="0"/>
        </a:xfrm>
      </p:grpSpPr>
      <p:sp>
        <p:nvSpPr>
          <p:cNvPr id="500" name="Google Shape;500;p72">
            <a:extLst>
              <a:ext uri="{FF2B5EF4-FFF2-40B4-BE49-F238E27FC236}">
                <a16:creationId xmlns:a16="http://schemas.microsoft.com/office/drawing/2014/main" id="{B0639BC3-0522-A432-73F4-988DEFEA6813}"/>
              </a:ext>
            </a:extLst>
          </p:cNvPr>
          <p:cNvSpPr txBox="1">
            <a:spLocks noGrp="1"/>
          </p:cNvSpPr>
          <p:nvPr>
            <p:ph type="title"/>
          </p:nvPr>
        </p:nvSpPr>
        <p:spPr>
          <a:xfrm>
            <a:off x="853950" y="1505526"/>
            <a:ext cx="7436100" cy="1020023"/>
          </a:xfrm>
          <a:prstGeom prst="rect">
            <a:avLst/>
          </a:prstGeom>
        </p:spPr>
        <p:txBody>
          <a:bodyPr spcFirstLastPara="1" wrap="square" lIns="68575" tIns="68575" rIns="68575" bIns="68575" anchor="ctr" anchorCtr="0">
            <a:normAutofit/>
          </a:bodyPr>
          <a:lstStyle/>
          <a:p>
            <a:pPr marL="0" lvl="0" indent="0" algn="l" rtl="0">
              <a:lnSpc>
                <a:spcPct val="115000"/>
              </a:lnSpc>
              <a:spcBef>
                <a:spcPts val="0"/>
              </a:spcBef>
              <a:spcAft>
                <a:spcPts val="0"/>
              </a:spcAft>
              <a:buNone/>
            </a:pPr>
            <a:r>
              <a:rPr lang="en-GB" sz="2300" dirty="0">
                <a:solidFill>
                  <a:schemeClr val="dk2"/>
                </a:solidFill>
                <a:latin typeface="Calibri"/>
                <a:ea typeface="Calibri"/>
                <a:cs typeface="Calibri"/>
                <a:sym typeface="Calibri"/>
              </a:rPr>
              <a:t>Education Group Feature Engineering</a:t>
            </a:r>
            <a:endParaRPr sz="23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3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ctr" rtl="0">
              <a:spcBef>
                <a:spcPts val="0"/>
              </a:spcBef>
              <a:spcAft>
                <a:spcPts val="0"/>
              </a:spcAft>
              <a:buNone/>
            </a:pPr>
            <a:endParaRPr dirty="0"/>
          </a:p>
        </p:txBody>
      </p:sp>
      <p:sp>
        <p:nvSpPr>
          <p:cNvPr id="501" name="Google Shape;501;p72">
            <a:extLst>
              <a:ext uri="{FF2B5EF4-FFF2-40B4-BE49-F238E27FC236}">
                <a16:creationId xmlns:a16="http://schemas.microsoft.com/office/drawing/2014/main" id="{8B36B3B9-37FC-EBDA-9EA2-BF5D813DC958}"/>
              </a:ext>
            </a:extLst>
          </p:cNvPr>
          <p:cNvSpPr txBox="1">
            <a:spLocks noGrp="1"/>
          </p:cNvSpPr>
          <p:nvPr>
            <p:ph type="body" idx="1"/>
          </p:nvPr>
        </p:nvSpPr>
        <p:spPr>
          <a:xfrm>
            <a:off x="810250" y="809750"/>
            <a:ext cx="7992300" cy="2030400"/>
          </a:xfrm>
          <a:prstGeom prst="rect">
            <a:avLst/>
          </a:prstGeom>
        </p:spPr>
        <p:txBody>
          <a:bodyPr spcFirstLastPara="1" wrap="square" lIns="68575" tIns="68575" rIns="68575" bIns="68575" anchor="t" anchorCtr="0">
            <a:noAutofit/>
          </a:bodyPr>
          <a:lstStyle/>
          <a:p>
            <a:pPr algn="just"/>
            <a:r>
              <a:rPr lang="en-US" b="1" dirty="0">
                <a:latin typeface="Calibri" panose="020F0502020204030204" pitchFamily="34" charset="0"/>
                <a:ea typeface="Calibri" panose="020F0502020204030204" pitchFamily="34" charset="0"/>
                <a:cs typeface="Calibri" panose="020F0502020204030204" pitchFamily="34" charset="0"/>
              </a:rPr>
              <a:t>Education-group experiment:</a:t>
            </a:r>
            <a:r>
              <a:rPr lang="en-US" dirty="0">
                <a:latin typeface="Calibri" panose="020F0502020204030204" pitchFamily="34" charset="0"/>
                <a:ea typeface="Calibri" panose="020F0502020204030204" pitchFamily="34" charset="0"/>
                <a:cs typeface="Calibri" panose="020F0502020204030204" pitchFamily="34" charset="0"/>
              </a:rPr>
              <a:t> The original education column was kept in the dataset. A new education group feature was added by grouping education levels into broader categories. The goal was to test whether grouped education categories improved model accuracy. </a:t>
            </a:r>
          </a:p>
          <a:p>
            <a:pPr algn="just"/>
            <a:r>
              <a:rPr lang="en-US" b="1" dirty="0">
                <a:latin typeface="Calibri" panose="020F0502020204030204" pitchFamily="34" charset="0"/>
                <a:ea typeface="Calibri" panose="020F0502020204030204" pitchFamily="34" charset="0"/>
                <a:cs typeface="Calibri" panose="020F0502020204030204" pitchFamily="34" charset="0"/>
              </a:rPr>
              <a:t>Best model:</a:t>
            </a:r>
            <a:r>
              <a:rPr lang="en-US" dirty="0">
                <a:latin typeface="Calibri" panose="020F0502020204030204" pitchFamily="34" charset="0"/>
                <a:ea typeface="Calibri" panose="020F0502020204030204" pitchFamily="34" charset="0"/>
                <a:cs typeface="Calibri" panose="020F0502020204030204" pitchFamily="34" charset="0"/>
              </a:rPr>
              <a:t> Gradient Boosting gave the best result. Accuracy with education grouping: </a:t>
            </a:r>
            <a:r>
              <a:rPr lang="en-US" b="1" dirty="0">
                <a:latin typeface="Calibri" panose="020F0502020204030204" pitchFamily="34" charset="0"/>
                <a:ea typeface="Calibri" panose="020F0502020204030204" pitchFamily="34" charset="0"/>
                <a:cs typeface="Calibri" panose="020F0502020204030204" pitchFamily="34" charset="0"/>
              </a:rPr>
              <a:t>0.8802</a:t>
            </a:r>
            <a:r>
              <a:rPr lang="en-US" dirty="0">
                <a:latin typeface="Calibri" panose="020F0502020204030204" pitchFamily="34" charset="0"/>
                <a:ea typeface="Calibri" panose="020F0502020204030204" pitchFamily="34" charset="0"/>
                <a:cs typeface="Calibri" panose="020F0502020204030204" pitchFamily="34" charset="0"/>
              </a:rPr>
              <a:t>. This was slightly lower than the combined baseline accuracy of </a:t>
            </a:r>
            <a:r>
              <a:rPr lang="en-US" b="1" dirty="0">
                <a:latin typeface="Calibri" panose="020F0502020204030204" pitchFamily="34" charset="0"/>
                <a:ea typeface="Calibri" panose="020F0502020204030204" pitchFamily="34" charset="0"/>
                <a:cs typeface="Calibri" panose="020F0502020204030204" pitchFamily="34" charset="0"/>
              </a:rPr>
              <a:t>0.8819</a:t>
            </a:r>
            <a:r>
              <a:rPr lang="en-US" dirty="0">
                <a:latin typeface="Calibri" panose="020F0502020204030204" pitchFamily="34" charset="0"/>
                <a:ea typeface="Calibri" panose="020F0502020204030204" pitchFamily="34" charset="0"/>
                <a:cs typeface="Calibri" panose="020F0502020204030204" pitchFamily="34" charset="0"/>
              </a:rPr>
              <a:t>. </a:t>
            </a:r>
          </a:p>
          <a:p>
            <a:pPr algn="just"/>
            <a:r>
              <a:rPr lang="en-US" b="1" dirty="0">
                <a:latin typeface="Calibri" panose="020F0502020204030204" pitchFamily="34" charset="0"/>
                <a:ea typeface="Calibri" panose="020F0502020204030204" pitchFamily="34" charset="0"/>
                <a:cs typeface="Calibri" panose="020F0502020204030204" pitchFamily="34" charset="0"/>
              </a:rPr>
              <a:t>Main takeaway:</a:t>
            </a:r>
            <a:r>
              <a:rPr lang="en-US" dirty="0">
                <a:latin typeface="Calibri" panose="020F0502020204030204" pitchFamily="34" charset="0"/>
                <a:ea typeface="Calibri" panose="020F0502020204030204" pitchFamily="34" charset="0"/>
                <a:cs typeface="Calibri" panose="020F0502020204030204" pitchFamily="34" charset="0"/>
              </a:rPr>
              <a:t> Education grouping helped some models slightly, such as Decision Tree and Random Forest. However, the best overall model, Gradient Boosting, decreased slightly. Therefore, education grouping did not improve the final best accuracy, but it still provided useful feature-structure information</a:t>
            </a:r>
            <a:r>
              <a:rPr lang="en-US" dirty="0"/>
              <a:t>. </a:t>
            </a:r>
          </a:p>
          <a:p>
            <a:pPr marL="457200" lvl="0" indent="0" algn="just" rtl="0">
              <a:spcBef>
                <a:spcPts val="0"/>
              </a:spcBef>
              <a:spcAft>
                <a:spcPts val="0"/>
              </a:spcAft>
              <a:buNone/>
            </a:pPr>
            <a:endParaRPr b="1" dirty="0">
              <a:latin typeface="Calibri"/>
              <a:ea typeface="Calibri"/>
              <a:cs typeface="Calibri"/>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0" lvl="0" indent="0" algn="ctr" rtl="0">
              <a:spcBef>
                <a:spcPts val="0"/>
              </a:spcBef>
              <a:spcAft>
                <a:spcPts val="0"/>
              </a:spcAft>
              <a:buNone/>
            </a:pPr>
            <a:endParaRPr sz="2500" dirty="0"/>
          </a:p>
        </p:txBody>
      </p:sp>
      <p:graphicFrame>
        <p:nvGraphicFramePr>
          <p:cNvPr id="502" name="Google Shape;502;p72">
            <a:extLst>
              <a:ext uri="{FF2B5EF4-FFF2-40B4-BE49-F238E27FC236}">
                <a16:creationId xmlns:a16="http://schemas.microsoft.com/office/drawing/2014/main" id="{1C0FA7DC-B5CF-9905-4C74-91EC411CC053}"/>
              </a:ext>
            </a:extLst>
          </p:cNvPr>
          <p:cNvGraphicFramePr/>
          <p:nvPr>
            <p:extLst>
              <p:ext uri="{D42A27DB-BD31-4B8C-83A1-F6EECF244321}">
                <p14:modId xmlns:p14="http://schemas.microsoft.com/office/powerpoint/2010/main" val="3297629131"/>
              </p:ext>
            </p:extLst>
          </p:nvPr>
        </p:nvGraphicFramePr>
        <p:xfrm>
          <a:off x="713410" y="3061200"/>
          <a:ext cx="8185980" cy="1645830"/>
        </p:xfrm>
        <a:graphic>
          <a:graphicData uri="http://schemas.openxmlformats.org/drawingml/2006/table">
            <a:tbl>
              <a:tblPr>
                <a:noFill/>
                <a:tableStyleId>{68743728-9FBD-4B8E-9F55-8127AA9A19A7}</a:tableStyleId>
              </a:tblPr>
              <a:tblGrid>
                <a:gridCol w="1372962">
                  <a:extLst>
                    <a:ext uri="{9D8B030D-6E8A-4147-A177-3AD203B41FA5}">
                      <a16:colId xmlns:a16="http://schemas.microsoft.com/office/drawing/2014/main" val="20000"/>
                    </a:ext>
                  </a:extLst>
                </a:gridCol>
                <a:gridCol w="841507">
                  <a:extLst>
                    <a:ext uri="{9D8B030D-6E8A-4147-A177-3AD203B41FA5}">
                      <a16:colId xmlns:a16="http://schemas.microsoft.com/office/drawing/2014/main" val="20001"/>
                    </a:ext>
                  </a:extLst>
                </a:gridCol>
                <a:gridCol w="1186950">
                  <a:extLst>
                    <a:ext uri="{9D8B030D-6E8A-4147-A177-3AD203B41FA5}">
                      <a16:colId xmlns:a16="http://schemas.microsoft.com/office/drawing/2014/main" val="20002"/>
                    </a:ext>
                  </a:extLst>
                </a:gridCol>
                <a:gridCol w="1124930">
                  <a:extLst>
                    <a:ext uri="{9D8B030D-6E8A-4147-A177-3AD203B41FA5}">
                      <a16:colId xmlns:a16="http://schemas.microsoft.com/office/drawing/2014/main" val="20003"/>
                    </a:ext>
                  </a:extLst>
                </a:gridCol>
                <a:gridCol w="947803">
                  <a:extLst>
                    <a:ext uri="{9D8B030D-6E8A-4147-A177-3AD203B41FA5}">
                      <a16:colId xmlns:a16="http://schemas.microsoft.com/office/drawing/2014/main" val="20004"/>
                    </a:ext>
                  </a:extLst>
                </a:gridCol>
                <a:gridCol w="930059">
                  <a:extLst>
                    <a:ext uri="{9D8B030D-6E8A-4147-A177-3AD203B41FA5}">
                      <a16:colId xmlns:a16="http://schemas.microsoft.com/office/drawing/2014/main" val="20005"/>
                    </a:ext>
                  </a:extLst>
                </a:gridCol>
                <a:gridCol w="963530">
                  <a:extLst>
                    <a:ext uri="{9D8B030D-6E8A-4147-A177-3AD203B41FA5}">
                      <a16:colId xmlns:a16="http://schemas.microsoft.com/office/drawing/2014/main" val="20006"/>
                    </a:ext>
                  </a:extLst>
                </a:gridCol>
                <a:gridCol w="818239">
                  <a:extLst>
                    <a:ext uri="{9D8B030D-6E8A-4147-A177-3AD203B41FA5}">
                      <a16:colId xmlns:a16="http://schemas.microsoft.com/office/drawing/2014/main" val="20007"/>
                    </a:ext>
                  </a:extLst>
                </a:gridCol>
              </a:tblGrid>
              <a:tr h="506200">
                <a:tc>
                  <a:txBody>
                    <a:bodyPr/>
                    <a:lstStyle/>
                    <a:p>
                      <a:pPr marL="0" lvl="0" indent="0" algn="l" rtl="0">
                        <a:spcBef>
                          <a:spcPts val="0"/>
                        </a:spcBef>
                        <a:spcAft>
                          <a:spcPts val="0"/>
                        </a:spcAft>
                        <a:buNone/>
                      </a:pPr>
                      <a:r>
                        <a:rPr lang="en-GB" sz="1200"/>
                        <a:t>Method</a:t>
                      </a:r>
                      <a:endParaRPr sz="1200"/>
                    </a:p>
                  </a:txBody>
                  <a:tcPr marL="91425" marR="91425" marT="91425" marB="91425"/>
                </a:tc>
                <a:tc>
                  <a:txBody>
                    <a:bodyPr/>
                    <a:lstStyle/>
                    <a:p>
                      <a:pPr marL="0" lvl="0" indent="0" algn="l" rtl="0">
                        <a:spcBef>
                          <a:spcPts val="0"/>
                        </a:spcBef>
                        <a:spcAft>
                          <a:spcPts val="0"/>
                        </a:spcAft>
                        <a:buNone/>
                      </a:pPr>
                      <a:r>
                        <a:rPr lang="en-GB" sz="1200"/>
                        <a:t>KNN</a:t>
                      </a:r>
                      <a:endParaRPr sz="1200"/>
                    </a:p>
                  </a:txBody>
                  <a:tcPr marL="91425" marR="91425" marT="91425" marB="91425"/>
                </a:tc>
                <a:tc>
                  <a:txBody>
                    <a:bodyPr/>
                    <a:lstStyle/>
                    <a:p>
                      <a:pPr marL="0" lvl="0" indent="0" algn="l" rtl="0">
                        <a:spcBef>
                          <a:spcPts val="0"/>
                        </a:spcBef>
                        <a:spcAft>
                          <a:spcPts val="0"/>
                        </a:spcAft>
                        <a:buNone/>
                      </a:pPr>
                      <a:r>
                        <a:rPr lang="en-GB" sz="1200" dirty="0"/>
                        <a:t>Logistic Regression</a:t>
                      </a:r>
                      <a:endParaRPr sz="1200" dirty="0"/>
                    </a:p>
                  </a:txBody>
                  <a:tcPr marL="91425" marR="91425" marT="91425" marB="91425"/>
                </a:tc>
                <a:tc>
                  <a:txBody>
                    <a:bodyPr/>
                    <a:lstStyle/>
                    <a:p>
                      <a:pPr marL="0" lvl="0" indent="0" algn="l" rtl="0">
                        <a:spcBef>
                          <a:spcPts val="0"/>
                        </a:spcBef>
                        <a:spcAft>
                          <a:spcPts val="0"/>
                        </a:spcAft>
                        <a:buNone/>
                      </a:pPr>
                      <a:r>
                        <a:rPr lang="en-GB" sz="1200"/>
                        <a:t>Decision Tree</a:t>
                      </a:r>
                      <a:endParaRPr sz="1200"/>
                    </a:p>
                  </a:txBody>
                  <a:tcPr marL="91425" marR="91425" marT="91425" marB="91425"/>
                </a:tc>
                <a:tc>
                  <a:txBody>
                    <a:bodyPr/>
                    <a:lstStyle/>
                    <a:p>
                      <a:pPr marL="0" lvl="0" indent="0" algn="l" rtl="0">
                        <a:spcBef>
                          <a:spcPts val="0"/>
                        </a:spcBef>
                        <a:spcAft>
                          <a:spcPts val="0"/>
                        </a:spcAft>
                        <a:buNone/>
                      </a:pPr>
                      <a:r>
                        <a:rPr lang="en-GB" sz="1200"/>
                        <a:t>Random Forest</a:t>
                      </a:r>
                      <a:endParaRPr sz="1200"/>
                    </a:p>
                  </a:txBody>
                  <a:tcPr marL="91425" marR="91425" marT="91425" marB="91425"/>
                </a:tc>
                <a:tc>
                  <a:txBody>
                    <a:bodyPr/>
                    <a:lstStyle/>
                    <a:p>
                      <a:pPr marL="0" lvl="0" indent="0" algn="l" rtl="0">
                        <a:spcBef>
                          <a:spcPts val="0"/>
                        </a:spcBef>
                        <a:spcAft>
                          <a:spcPts val="0"/>
                        </a:spcAft>
                        <a:buNone/>
                      </a:pPr>
                      <a:r>
                        <a:rPr lang="en-GB" sz="1200"/>
                        <a:t>Bagging</a:t>
                      </a:r>
                      <a:endParaRPr sz="1200"/>
                    </a:p>
                  </a:txBody>
                  <a:tcPr marL="91425" marR="91425" marT="91425" marB="91425"/>
                </a:tc>
                <a:tc>
                  <a:txBody>
                    <a:bodyPr/>
                    <a:lstStyle/>
                    <a:p>
                      <a:pPr marL="0" lvl="0" indent="0" algn="l" rtl="0">
                        <a:spcBef>
                          <a:spcPts val="0"/>
                        </a:spcBef>
                        <a:spcAft>
                          <a:spcPts val="0"/>
                        </a:spcAft>
                        <a:buNone/>
                      </a:pPr>
                      <a:r>
                        <a:rPr lang="en-GB" sz="1200"/>
                        <a:t>Gradient Boosting</a:t>
                      </a:r>
                      <a:endParaRPr sz="1200"/>
                    </a:p>
                  </a:txBody>
                  <a:tcPr marL="91425" marR="91425" marT="91425" marB="91425"/>
                </a:tc>
                <a:tc>
                  <a:txBody>
                    <a:bodyPr/>
                    <a:lstStyle/>
                    <a:p>
                      <a:pPr marL="0" lvl="0" indent="0" algn="l" rtl="0">
                        <a:spcBef>
                          <a:spcPts val="0"/>
                        </a:spcBef>
                        <a:spcAft>
                          <a:spcPts val="0"/>
                        </a:spcAft>
                        <a:buNone/>
                      </a:pPr>
                      <a:r>
                        <a:rPr lang="en-GB" sz="1200"/>
                        <a:t>AdaBoost</a:t>
                      </a:r>
                      <a:endParaRPr sz="1200"/>
                    </a:p>
                  </a:txBody>
                  <a:tcPr marL="91425" marR="91425" marT="91425" marB="91425"/>
                </a:tc>
                <a:extLst>
                  <a:ext uri="{0D108BD9-81ED-4DB2-BD59-A6C34878D82A}">
                    <a16:rowId xmlns:a16="http://schemas.microsoft.com/office/drawing/2014/main" val="10000"/>
                  </a:ext>
                </a:extLst>
              </a:tr>
              <a:tr h="522150">
                <a:tc>
                  <a:txBody>
                    <a:bodyPr/>
                    <a:lstStyle/>
                    <a:p>
                      <a:pPr marL="0" lvl="0" indent="0" algn="l" rtl="0">
                        <a:spcBef>
                          <a:spcPts val="0"/>
                        </a:spcBef>
                        <a:spcAft>
                          <a:spcPts val="0"/>
                        </a:spcAft>
                        <a:buNone/>
                      </a:pPr>
                      <a:r>
                        <a:rPr lang="en-GB" sz="1200"/>
                        <a:t>Occupation Accuracy</a:t>
                      </a:r>
                      <a:endParaRPr sz="1200"/>
                    </a:p>
                  </a:txBody>
                  <a:tcPr marL="91425" marR="91425" marT="91425" marB="91425"/>
                </a:tc>
                <a:tc>
                  <a:txBody>
                    <a:bodyPr/>
                    <a:lstStyle/>
                    <a:p>
                      <a:pPr marL="0" lvl="0" indent="0" algn="l" rtl="0">
                        <a:spcBef>
                          <a:spcPts val="0"/>
                        </a:spcBef>
                        <a:spcAft>
                          <a:spcPts val="0"/>
                        </a:spcAft>
                        <a:buNone/>
                      </a:pPr>
                      <a:r>
                        <a:rPr lang="en-GB" sz="1200" dirty="0"/>
                        <a:t>0.8536</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0.8528</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0.8661</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0.8704</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0.8743</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0.8802</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0.8729</a:t>
                      </a:r>
                      <a:endParaRPr sz="1200" dirty="0"/>
                    </a:p>
                  </a:txBody>
                  <a:tcPr marL="91425" marR="91425" marT="91425" marB="91425">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40475">
                <a:tc>
                  <a:txBody>
                    <a:bodyPr/>
                    <a:lstStyle/>
                    <a:p>
                      <a:pPr marL="0" lvl="0" indent="0" algn="l" rtl="0">
                        <a:spcBef>
                          <a:spcPts val="0"/>
                        </a:spcBef>
                        <a:spcAft>
                          <a:spcPts val="0"/>
                        </a:spcAft>
                        <a:buNone/>
                      </a:pPr>
                      <a:r>
                        <a:rPr lang="en-GB" sz="1200"/>
                        <a:t>Combined Accuracy</a:t>
                      </a:r>
                      <a:endParaRPr sz="1200"/>
                    </a:p>
                  </a:txBody>
                  <a:tcPr marL="91425" marR="91425" marT="91425" marB="91425">
                    <a:lnR w="9525" cap="flat" cmpd="sng" algn="ctr">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sz="1200" dirty="0"/>
                        <a:t>0.8542</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0.8528</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0.8659</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0.8690</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0.8745</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0.8819</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0.8729</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235034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73"/>
          <p:cNvSpPr txBox="1">
            <a:spLocks noGrp="1"/>
          </p:cNvSpPr>
          <p:nvPr>
            <p:ph type="title"/>
          </p:nvPr>
        </p:nvSpPr>
        <p:spPr>
          <a:xfrm>
            <a:off x="853950" y="1304849"/>
            <a:ext cx="7436100" cy="1974059"/>
          </a:xfrm>
          <a:prstGeom prst="rect">
            <a:avLst/>
          </a:prstGeom>
        </p:spPr>
        <p:txBody>
          <a:bodyPr spcFirstLastPara="1" wrap="square" lIns="68575" tIns="68575" rIns="68575" bIns="68575" anchor="ctr" anchorCtr="0">
            <a:normAutofit/>
          </a:bodyPr>
          <a:lstStyle/>
          <a:p>
            <a:pPr marL="0" lvl="0" indent="0" algn="l" rtl="0">
              <a:lnSpc>
                <a:spcPct val="115000"/>
              </a:lnSpc>
              <a:spcBef>
                <a:spcPts val="0"/>
              </a:spcBef>
              <a:spcAft>
                <a:spcPts val="0"/>
              </a:spcAft>
              <a:buClr>
                <a:schemeClr val="dk2"/>
              </a:buClr>
              <a:buSzPct val="43137"/>
              <a:buFont typeface="Arial"/>
              <a:buNone/>
            </a:pPr>
            <a:r>
              <a:rPr lang="en-GB" sz="2300" dirty="0">
                <a:solidFill>
                  <a:schemeClr val="dk2"/>
                </a:solidFill>
                <a:latin typeface="Calibri"/>
                <a:ea typeface="Calibri"/>
                <a:cs typeface="Calibri"/>
                <a:sym typeface="Calibri"/>
              </a:rPr>
              <a:t>Final Combined Improved Dataset</a:t>
            </a:r>
            <a:endParaRPr sz="23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32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ctr" rtl="0">
              <a:spcBef>
                <a:spcPts val="0"/>
              </a:spcBef>
              <a:spcAft>
                <a:spcPts val="0"/>
              </a:spcAft>
              <a:buNone/>
            </a:pPr>
            <a:endParaRPr dirty="0"/>
          </a:p>
        </p:txBody>
      </p:sp>
      <p:sp>
        <p:nvSpPr>
          <p:cNvPr id="508" name="Google Shape;508;p73"/>
          <p:cNvSpPr txBox="1">
            <a:spLocks noGrp="1"/>
          </p:cNvSpPr>
          <p:nvPr>
            <p:ph type="body" idx="1"/>
          </p:nvPr>
        </p:nvSpPr>
        <p:spPr>
          <a:xfrm>
            <a:off x="740350" y="1045700"/>
            <a:ext cx="7992300" cy="2759682"/>
          </a:xfrm>
          <a:prstGeom prst="rect">
            <a:avLst/>
          </a:prstGeom>
        </p:spPr>
        <p:txBody>
          <a:bodyPr spcFirstLastPara="1" wrap="square" lIns="68575" tIns="68575" rIns="68575" bIns="68575" anchor="t" anchorCtr="0">
            <a:noAutofit/>
          </a:bodyPr>
          <a:lstStyle/>
          <a:p>
            <a:pPr lvl="0" algn="l">
              <a:buFont typeface="Calibri"/>
              <a:buChar char="●"/>
            </a:pPr>
            <a:r>
              <a:rPr lang="en-US" b="1" dirty="0">
                <a:latin typeface="Calibri" panose="020F0502020204030204" pitchFamily="34" charset="0"/>
                <a:ea typeface="Calibri" panose="020F0502020204030204" pitchFamily="34" charset="0"/>
                <a:cs typeface="Calibri" panose="020F0502020204030204" pitchFamily="34" charset="0"/>
              </a:rPr>
              <a:t>Final improved dataset:</a:t>
            </a:r>
            <a:r>
              <a:rPr lang="en-US" dirty="0">
                <a:latin typeface="Calibri" panose="020F0502020204030204" pitchFamily="34" charset="0"/>
                <a:ea typeface="Calibri" panose="020F0502020204030204" pitchFamily="34" charset="0"/>
                <a:cs typeface="Calibri" panose="020F0502020204030204" pitchFamily="34" charset="0"/>
              </a:rPr>
              <a:t> The cleaned combined dataset was further improved by removing the sex/gender column and adding new engineered features. Capital gain/loss was transformed using log features, binary has-capital features, and a capital activity feature. In addition, age group and occupation income group features were added to give the model more structured information. </a:t>
            </a:r>
          </a:p>
          <a:p>
            <a:pPr lvl="0" algn="l">
              <a:buFont typeface="Calibri"/>
              <a:buChar char="●"/>
            </a:pPr>
            <a:r>
              <a:rPr lang="en-US" b="1" dirty="0">
                <a:latin typeface="Calibri" panose="020F0502020204030204" pitchFamily="34" charset="0"/>
                <a:ea typeface="Calibri" panose="020F0502020204030204" pitchFamily="34" charset="0"/>
                <a:cs typeface="Calibri" panose="020F0502020204030204" pitchFamily="34" charset="0"/>
              </a:rPr>
              <a:t>Best model:</a:t>
            </a:r>
            <a:r>
              <a:rPr lang="en-US" dirty="0">
                <a:latin typeface="Calibri" panose="020F0502020204030204" pitchFamily="34" charset="0"/>
                <a:ea typeface="Calibri" panose="020F0502020204030204" pitchFamily="34" charset="0"/>
                <a:cs typeface="Calibri" panose="020F0502020204030204" pitchFamily="34" charset="0"/>
              </a:rPr>
              <a:t> Gradient Boosting gave the best final result. Final best accuracy: </a:t>
            </a:r>
            <a:r>
              <a:rPr lang="en-US" b="1" dirty="0">
                <a:latin typeface="Calibri" panose="020F0502020204030204" pitchFamily="34" charset="0"/>
                <a:ea typeface="Calibri" panose="020F0502020204030204" pitchFamily="34" charset="0"/>
                <a:cs typeface="Calibri" panose="020F0502020204030204" pitchFamily="34" charset="0"/>
              </a:rPr>
              <a:t>0.8831</a:t>
            </a:r>
            <a:r>
              <a:rPr lang="en-US" dirty="0">
                <a:latin typeface="Calibri" panose="020F0502020204030204" pitchFamily="34" charset="0"/>
                <a:ea typeface="Calibri" panose="020F0502020204030204" pitchFamily="34" charset="0"/>
                <a:cs typeface="Calibri" panose="020F0502020204030204" pitchFamily="34" charset="0"/>
              </a:rPr>
              <a:t>. This was higher than the combined numeric and categorical baseline accuracy of </a:t>
            </a:r>
            <a:r>
              <a:rPr lang="en-US" b="1" dirty="0">
                <a:latin typeface="Calibri" panose="020F0502020204030204" pitchFamily="34" charset="0"/>
                <a:ea typeface="Calibri" panose="020F0502020204030204" pitchFamily="34" charset="0"/>
                <a:cs typeface="Calibri" panose="020F0502020204030204" pitchFamily="34" charset="0"/>
              </a:rPr>
              <a:t>0.8819</a:t>
            </a:r>
            <a:r>
              <a:rPr lang="en-US" dirty="0">
                <a:latin typeface="Calibri" panose="020F0502020204030204" pitchFamily="34" charset="0"/>
                <a:ea typeface="Calibri" panose="020F0502020204030204" pitchFamily="34" charset="0"/>
                <a:cs typeface="Calibri" panose="020F0502020204030204" pitchFamily="34" charset="0"/>
              </a:rPr>
              <a:t>. </a:t>
            </a:r>
          </a:p>
          <a:p>
            <a:pPr lvl="0" algn="l">
              <a:buFont typeface="Calibri"/>
              <a:buChar char="●"/>
            </a:pPr>
            <a:r>
              <a:rPr lang="en-US" b="1" dirty="0">
                <a:latin typeface="Calibri" panose="020F0502020204030204" pitchFamily="34" charset="0"/>
                <a:ea typeface="Calibri" panose="020F0502020204030204" pitchFamily="34" charset="0"/>
                <a:cs typeface="Calibri" panose="020F0502020204030204" pitchFamily="34" charset="0"/>
              </a:rPr>
              <a:t>Main takeaway:</a:t>
            </a:r>
            <a:r>
              <a:rPr lang="en-US" dirty="0">
                <a:latin typeface="Calibri" panose="020F0502020204030204" pitchFamily="34" charset="0"/>
                <a:ea typeface="Calibri" panose="020F0502020204030204" pitchFamily="34" charset="0"/>
                <a:cs typeface="Calibri" panose="020F0502020204030204" pitchFamily="34" charset="0"/>
              </a:rPr>
              <a:t> The final combined feature set gave the highest overall accuracy. Accuracy improved from </a:t>
            </a:r>
            <a:r>
              <a:rPr lang="en-US" b="1" dirty="0">
                <a:latin typeface="Calibri" panose="020F0502020204030204" pitchFamily="34" charset="0"/>
                <a:ea typeface="Calibri" panose="020F0502020204030204" pitchFamily="34" charset="0"/>
                <a:cs typeface="Calibri" panose="020F0502020204030204" pitchFamily="34" charset="0"/>
              </a:rPr>
              <a:t>0.8819</a:t>
            </a:r>
            <a:r>
              <a:rPr lang="en-US" dirty="0">
                <a:latin typeface="Calibri" panose="020F0502020204030204" pitchFamily="34" charset="0"/>
                <a:ea typeface="Calibri" panose="020F0502020204030204" pitchFamily="34" charset="0"/>
                <a:cs typeface="Calibri" panose="020F0502020204030204" pitchFamily="34" charset="0"/>
              </a:rPr>
              <a:t> baseline to </a:t>
            </a:r>
            <a:r>
              <a:rPr lang="en-US" b="1" dirty="0">
                <a:latin typeface="Calibri" panose="020F0502020204030204" pitchFamily="34" charset="0"/>
                <a:ea typeface="Calibri" panose="020F0502020204030204" pitchFamily="34" charset="0"/>
                <a:cs typeface="Calibri" panose="020F0502020204030204" pitchFamily="34" charset="0"/>
              </a:rPr>
              <a:t>0.8831</a:t>
            </a:r>
            <a:r>
              <a:rPr lang="en-US" dirty="0">
                <a:latin typeface="Calibri" panose="020F0502020204030204" pitchFamily="34" charset="0"/>
                <a:ea typeface="Calibri" panose="020F0502020204030204" pitchFamily="34" charset="0"/>
                <a:cs typeface="Calibri" panose="020F0502020204030204" pitchFamily="34" charset="0"/>
              </a:rPr>
              <a:t> final for Gradient Boosting. The gain is small but valuable because the baseline was already strong after cleaning and combining numeric and categorical features.</a:t>
            </a:r>
            <a:endParaRPr b="1" dirty="0">
              <a:latin typeface="Calibri" panose="020F0502020204030204" pitchFamily="34" charset="0"/>
              <a:ea typeface="Calibri" panose="020F0502020204030204" pitchFamily="34" charset="0"/>
              <a:cs typeface="Calibri" panose="020F0502020204030204" pitchFamily="34" charset="0"/>
              <a:sym typeface="Calibri"/>
            </a:endParaRPr>
          </a:p>
          <a:p>
            <a:pPr marL="457200" lvl="0" indent="0" algn="l" rtl="0">
              <a:spcBef>
                <a:spcPts val="0"/>
              </a:spcBef>
              <a:spcAft>
                <a:spcPts val="0"/>
              </a:spcAft>
              <a:buNone/>
            </a:pPr>
            <a:endParaRPr b="1" dirty="0">
              <a:latin typeface="Calibri"/>
              <a:ea typeface="Calibri"/>
              <a:cs typeface="Calibri"/>
              <a:sym typeface="Calibri"/>
            </a:endParaRPr>
          </a:p>
          <a:p>
            <a:pPr marL="914400" lvl="0" indent="0" algn="just" rtl="0">
              <a:spcBef>
                <a:spcPts val="0"/>
              </a:spcBef>
              <a:spcAft>
                <a:spcPts val="0"/>
              </a:spcAft>
              <a:buNone/>
            </a:pPr>
            <a:endParaRPr b="1" dirty="0">
              <a:latin typeface="Calibri"/>
              <a:ea typeface="Calibri"/>
              <a:cs typeface="Calibri"/>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0" lvl="0" indent="0" algn="ctr" rtl="0">
              <a:spcBef>
                <a:spcPts val="0"/>
              </a:spcBef>
              <a:spcAft>
                <a:spcPts val="0"/>
              </a:spcAft>
              <a:buNone/>
            </a:pPr>
            <a:endParaRPr sz="2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graphicFrame>
        <p:nvGraphicFramePr>
          <p:cNvPr id="513" name="Google Shape;513;p74"/>
          <p:cNvGraphicFramePr/>
          <p:nvPr>
            <p:extLst>
              <p:ext uri="{D42A27DB-BD31-4B8C-83A1-F6EECF244321}">
                <p14:modId xmlns:p14="http://schemas.microsoft.com/office/powerpoint/2010/main" val="2025892779"/>
              </p:ext>
            </p:extLst>
          </p:nvPr>
        </p:nvGraphicFramePr>
        <p:xfrm>
          <a:off x="458950" y="1357400"/>
          <a:ext cx="8362825" cy="2194440"/>
        </p:xfrm>
        <a:graphic>
          <a:graphicData uri="http://schemas.openxmlformats.org/drawingml/2006/table">
            <a:tbl>
              <a:tblPr>
                <a:noFill/>
                <a:tableStyleId>{68743728-9FBD-4B8E-9F55-8127AA9A19A7}</a:tableStyleId>
              </a:tblPr>
              <a:tblGrid>
                <a:gridCol w="1394650">
                  <a:extLst>
                    <a:ext uri="{9D8B030D-6E8A-4147-A177-3AD203B41FA5}">
                      <a16:colId xmlns:a16="http://schemas.microsoft.com/office/drawing/2014/main" val="20000"/>
                    </a:ext>
                  </a:extLst>
                </a:gridCol>
                <a:gridCol w="854800">
                  <a:extLst>
                    <a:ext uri="{9D8B030D-6E8A-4147-A177-3AD203B41FA5}">
                      <a16:colId xmlns:a16="http://schemas.microsoft.com/office/drawing/2014/main" val="20001"/>
                    </a:ext>
                  </a:extLst>
                </a:gridCol>
                <a:gridCol w="1205700">
                  <a:extLst>
                    <a:ext uri="{9D8B030D-6E8A-4147-A177-3AD203B41FA5}">
                      <a16:colId xmlns:a16="http://schemas.microsoft.com/office/drawing/2014/main" val="20002"/>
                    </a:ext>
                  </a:extLst>
                </a:gridCol>
                <a:gridCol w="1142700">
                  <a:extLst>
                    <a:ext uri="{9D8B030D-6E8A-4147-A177-3AD203B41FA5}">
                      <a16:colId xmlns:a16="http://schemas.microsoft.com/office/drawing/2014/main" val="20003"/>
                    </a:ext>
                  </a:extLst>
                </a:gridCol>
                <a:gridCol w="962775">
                  <a:extLst>
                    <a:ext uri="{9D8B030D-6E8A-4147-A177-3AD203B41FA5}">
                      <a16:colId xmlns:a16="http://schemas.microsoft.com/office/drawing/2014/main" val="20004"/>
                    </a:ext>
                  </a:extLst>
                </a:gridCol>
                <a:gridCol w="944750">
                  <a:extLst>
                    <a:ext uri="{9D8B030D-6E8A-4147-A177-3AD203B41FA5}">
                      <a16:colId xmlns:a16="http://schemas.microsoft.com/office/drawing/2014/main" val="20005"/>
                    </a:ext>
                  </a:extLst>
                </a:gridCol>
                <a:gridCol w="978750">
                  <a:extLst>
                    <a:ext uri="{9D8B030D-6E8A-4147-A177-3AD203B41FA5}">
                      <a16:colId xmlns:a16="http://schemas.microsoft.com/office/drawing/2014/main" val="20006"/>
                    </a:ext>
                  </a:extLst>
                </a:gridCol>
                <a:gridCol w="878700">
                  <a:extLst>
                    <a:ext uri="{9D8B030D-6E8A-4147-A177-3AD203B41FA5}">
                      <a16:colId xmlns:a16="http://schemas.microsoft.com/office/drawing/2014/main" val="20007"/>
                    </a:ext>
                  </a:extLst>
                </a:gridCol>
              </a:tblGrid>
              <a:tr h="495950">
                <a:tc>
                  <a:txBody>
                    <a:bodyPr/>
                    <a:lstStyle/>
                    <a:p>
                      <a:pPr marL="0" lvl="0" indent="0" algn="l" rtl="0">
                        <a:spcBef>
                          <a:spcPts val="0"/>
                        </a:spcBef>
                        <a:spcAft>
                          <a:spcPts val="0"/>
                        </a:spcAft>
                        <a:buNone/>
                      </a:pPr>
                      <a:r>
                        <a:rPr lang="en-GB" sz="1200"/>
                        <a:t>Method</a:t>
                      </a:r>
                      <a:endParaRPr sz="1200"/>
                    </a:p>
                  </a:txBody>
                  <a:tcPr marL="91425" marR="91425" marT="91425" marB="91425"/>
                </a:tc>
                <a:tc>
                  <a:txBody>
                    <a:bodyPr/>
                    <a:lstStyle/>
                    <a:p>
                      <a:pPr marL="0" lvl="0" indent="0" algn="l" rtl="0">
                        <a:spcBef>
                          <a:spcPts val="0"/>
                        </a:spcBef>
                        <a:spcAft>
                          <a:spcPts val="0"/>
                        </a:spcAft>
                        <a:buNone/>
                      </a:pPr>
                      <a:r>
                        <a:rPr lang="en-GB" sz="1200"/>
                        <a:t>KNN</a:t>
                      </a:r>
                      <a:endParaRPr sz="1200"/>
                    </a:p>
                  </a:txBody>
                  <a:tcPr marL="91425" marR="91425" marT="91425" marB="91425"/>
                </a:tc>
                <a:tc>
                  <a:txBody>
                    <a:bodyPr/>
                    <a:lstStyle/>
                    <a:p>
                      <a:pPr marL="0" lvl="0" indent="0" algn="l" rtl="0">
                        <a:spcBef>
                          <a:spcPts val="0"/>
                        </a:spcBef>
                        <a:spcAft>
                          <a:spcPts val="0"/>
                        </a:spcAft>
                        <a:buNone/>
                      </a:pPr>
                      <a:r>
                        <a:rPr lang="en-GB" sz="1200"/>
                        <a:t>Logistic Regression</a:t>
                      </a:r>
                      <a:endParaRPr sz="1200"/>
                    </a:p>
                  </a:txBody>
                  <a:tcPr marL="91425" marR="91425" marT="91425" marB="91425"/>
                </a:tc>
                <a:tc>
                  <a:txBody>
                    <a:bodyPr/>
                    <a:lstStyle/>
                    <a:p>
                      <a:pPr marL="0" lvl="0" indent="0" algn="l" rtl="0">
                        <a:spcBef>
                          <a:spcPts val="0"/>
                        </a:spcBef>
                        <a:spcAft>
                          <a:spcPts val="0"/>
                        </a:spcAft>
                        <a:buNone/>
                      </a:pPr>
                      <a:r>
                        <a:rPr lang="en-GB" sz="1200"/>
                        <a:t>Decision Tree</a:t>
                      </a:r>
                      <a:endParaRPr sz="1200"/>
                    </a:p>
                  </a:txBody>
                  <a:tcPr marL="91425" marR="91425" marT="91425" marB="91425"/>
                </a:tc>
                <a:tc>
                  <a:txBody>
                    <a:bodyPr/>
                    <a:lstStyle/>
                    <a:p>
                      <a:pPr marL="0" lvl="0" indent="0" algn="l" rtl="0">
                        <a:spcBef>
                          <a:spcPts val="0"/>
                        </a:spcBef>
                        <a:spcAft>
                          <a:spcPts val="0"/>
                        </a:spcAft>
                        <a:buNone/>
                      </a:pPr>
                      <a:r>
                        <a:rPr lang="en-GB" sz="1200"/>
                        <a:t>Random Forest</a:t>
                      </a:r>
                      <a:endParaRPr sz="1200"/>
                    </a:p>
                  </a:txBody>
                  <a:tcPr marL="91425" marR="91425" marT="91425" marB="91425"/>
                </a:tc>
                <a:tc>
                  <a:txBody>
                    <a:bodyPr/>
                    <a:lstStyle/>
                    <a:p>
                      <a:pPr marL="0" lvl="0" indent="0" algn="l" rtl="0">
                        <a:spcBef>
                          <a:spcPts val="0"/>
                        </a:spcBef>
                        <a:spcAft>
                          <a:spcPts val="0"/>
                        </a:spcAft>
                        <a:buNone/>
                      </a:pPr>
                      <a:r>
                        <a:rPr lang="en-GB" sz="1200"/>
                        <a:t>Bagging</a:t>
                      </a:r>
                      <a:endParaRPr sz="1200"/>
                    </a:p>
                  </a:txBody>
                  <a:tcPr marL="91425" marR="91425" marT="91425" marB="91425"/>
                </a:tc>
                <a:tc>
                  <a:txBody>
                    <a:bodyPr/>
                    <a:lstStyle/>
                    <a:p>
                      <a:pPr marL="0" lvl="0" indent="0" algn="l" rtl="0">
                        <a:spcBef>
                          <a:spcPts val="0"/>
                        </a:spcBef>
                        <a:spcAft>
                          <a:spcPts val="0"/>
                        </a:spcAft>
                        <a:buNone/>
                      </a:pPr>
                      <a:r>
                        <a:rPr lang="en-GB" sz="1200"/>
                        <a:t>Gradient Boosting</a:t>
                      </a:r>
                      <a:endParaRPr sz="1200"/>
                    </a:p>
                  </a:txBody>
                  <a:tcPr marL="91425" marR="91425" marT="91425" marB="91425"/>
                </a:tc>
                <a:tc>
                  <a:txBody>
                    <a:bodyPr/>
                    <a:lstStyle/>
                    <a:p>
                      <a:pPr marL="0" lvl="0" indent="0" algn="l" rtl="0">
                        <a:spcBef>
                          <a:spcPts val="0"/>
                        </a:spcBef>
                        <a:spcAft>
                          <a:spcPts val="0"/>
                        </a:spcAft>
                        <a:buNone/>
                      </a:pPr>
                      <a:r>
                        <a:rPr lang="en-GB" sz="1200"/>
                        <a:t>AdaBoost</a:t>
                      </a:r>
                      <a:endParaRPr sz="1200"/>
                    </a:p>
                  </a:txBody>
                  <a:tcPr marL="91425" marR="91425" marT="91425" marB="91425"/>
                </a:tc>
                <a:extLst>
                  <a:ext uri="{0D108BD9-81ED-4DB2-BD59-A6C34878D82A}">
                    <a16:rowId xmlns:a16="http://schemas.microsoft.com/office/drawing/2014/main" val="10000"/>
                  </a:ext>
                </a:extLst>
              </a:tr>
              <a:tr h="522150">
                <a:tc>
                  <a:txBody>
                    <a:bodyPr/>
                    <a:lstStyle/>
                    <a:p>
                      <a:pPr marL="0" lvl="0" indent="0" algn="l" rtl="0">
                        <a:spcBef>
                          <a:spcPts val="0"/>
                        </a:spcBef>
                        <a:spcAft>
                          <a:spcPts val="0"/>
                        </a:spcAft>
                        <a:buNone/>
                      </a:pPr>
                      <a:r>
                        <a:rPr lang="en-GB" sz="1200"/>
                        <a:t>All Combined Accuracy</a:t>
                      </a:r>
                      <a:endParaRPr sz="1200"/>
                    </a:p>
                  </a:txBody>
                  <a:tcPr marL="91425" marR="91425" marT="91425" marB="91425"/>
                </a:tc>
                <a:tc>
                  <a:txBody>
                    <a:bodyPr/>
                    <a:lstStyle/>
                    <a:p>
                      <a:pPr marL="0" lvl="0" indent="0" algn="l" rtl="0">
                        <a:spcBef>
                          <a:spcPts val="0"/>
                        </a:spcBef>
                        <a:spcAft>
                          <a:spcPts val="0"/>
                        </a:spcAft>
                        <a:buNone/>
                      </a:pPr>
                      <a:r>
                        <a:rPr lang="en-GB" sz="1200"/>
                        <a:t>0.8610</a:t>
                      </a:r>
                      <a:endParaRPr sz="120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0.8622</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0.8628</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0.8764</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0.8764</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0.8831</a:t>
                      </a:r>
                      <a:endParaRPr sz="1200" dirty="0"/>
                    </a:p>
                  </a:txBody>
                  <a:tcPr marL="91425" marR="91425" marT="91425" marB="91425">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0.8704</a:t>
                      </a:r>
                      <a:endParaRPr sz="1200" dirty="0"/>
                    </a:p>
                  </a:txBody>
                  <a:tcPr marL="91425" marR="91425" marT="91425" marB="91425">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40475">
                <a:tc>
                  <a:txBody>
                    <a:bodyPr/>
                    <a:lstStyle/>
                    <a:p>
                      <a:pPr marL="0" lvl="0" indent="0" algn="l" rtl="0">
                        <a:spcBef>
                          <a:spcPts val="0"/>
                        </a:spcBef>
                        <a:spcAft>
                          <a:spcPts val="0"/>
                        </a:spcAft>
                        <a:buNone/>
                      </a:pPr>
                      <a:r>
                        <a:rPr lang="en-GB" sz="1200"/>
                        <a:t>Combined numeric and cat. Accuracy</a:t>
                      </a:r>
                      <a:endParaRPr sz="1200"/>
                    </a:p>
                  </a:txBody>
                  <a:tcPr marL="91425" marR="91425" marT="91425" marB="91425">
                    <a:lnR w="9525" cap="flat" cmpd="sng" algn="ctr">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sz="1200" dirty="0"/>
                        <a:t>0.8542</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0.8528</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0.8659</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0.8690</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0.8745</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0.8819</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0.8729</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lgn="ctr">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40475">
                <a:tc>
                  <a:txBody>
                    <a:bodyPr/>
                    <a:lstStyle/>
                    <a:p>
                      <a:pPr marL="0" lvl="0" indent="0" algn="l" rtl="0">
                        <a:spcBef>
                          <a:spcPts val="0"/>
                        </a:spcBef>
                        <a:spcAft>
                          <a:spcPts val="0"/>
                        </a:spcAft>
                        <a:buNone/>
                      </a:pPr>
                      <a:r>
                        <a:rPr lang="en-GB" sz="1200"/>
                        <a:t>Raw Data</a:t>
                      </a:r>
                      <a:endParaRPr sz="1200"/>
                    </a:p>
                  </a:txBody>
                  <a:tcPr marL="91425" marR="91425" marT="91425" marB="91425">
                    <a:lnR w="9525" cap="flat" cmpd="sng" algn="ctr">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en-GB" sz="1200" dirty="0"/>
                        <a:t>0.5818</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0.5953</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0.5947</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0.6018</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0.6063</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0.6082</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en-GB" sz="1200" dirty="0"/>
                        <a:t>0.5998</a:t>
                      </a:r>
                      <a:endParaRPr sz="1200" dirty="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lgn="ctr">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75"/>
          <p:cNvSpPr txBox="1">
            <a:spLocks noGrp="1"/>
          </p:cNvSpPr>
          <p:nvPr>
            <p:ph type="title"/>
          </p:nvPr>
        </p:nvSpPr>
        <p:spPr>
          <a:xfrm>
            <a:off x="853950" y="1304849"/>
            <a:ext cx="7436100" cy="2380459"/>
          </a:xfrm>
          <a:prstGeom prst="rect">
            <a:avLst/>
          </a:prstGeom>
        </p:spPr>
        <p:txBody>
          <a:bodyPr spcFirstLastPara="1" wrap="square" lIns="68575" tIns="68575" rIns="68575" bIns="68575" anchor="ctr" anchorCtr="0">
            <a:normAutofit/>
          </a:bodyPr>
          <a:lstStyle/>
          <a:p>
            <a:pPr marL="0" lvl="0" indent="0" algn="l" rtl="0">
              <a:lnSpc>
                <a:spcPct val="115000"/>
              </a:lnSpc>
              <a:spcBef>
                <a:spcPts val="0"/>
              </a:spcBef>
              <a:spcAft>
                <a:spcPts val="0"/>
              </a:spcAft>
              <a:buClr>
                <a:schemeClr val="dk2"/>
              </a:buClr>
              <a:buSzPct val="43137"/>
              <a:buFont typeface="Arial"/>
              <a:buNone/>
            </a:pPr>
            <a:r>
              <a:rPr lang="en-GB" sz="2300" dirty="0">
                <a:solidFill>
                  <a:schemeClr val="dk2"/>
                </a:solidFill>
                <a:latin typeface="Calibri"/>
                <a:ea typeface="Calibri"/>
                <a:cs typeface="Calibri"/>
                <a:sym typeface="Calibri"/>
              </a:rPr>
              <a:t>Conclusion: Supervised Learning Results</a:t>
            </a:r>
            <a:endParaRPr sz="23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3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320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l" rtl="0">
              <a:lnSpc>
                <a:spcPct val="115000"/>
              </a:lnSpc>
              <a:spcBef>
                <a:spcPts val="0"/>
              </a:spcBef>
              <a:spcAft>
                <a:spcPts val="0"/>
              </a:spcAft>
              <a:buNone/>
            </a:pPr>
            <a:endParaRPr sz="2550" dirty="0">
              <a:solidFill>
                <a:schemeClr val="dk2"/>
              </a:solidFill>
              <a:latin typeface="Calibri"/>
              <a:ea typeface="Calibri"/>
              <a:cs typeface="Calibri"/>
              <a:sym typeface="Calibri"/>
            </a:endParaRPr>
          </a:p>
          <a:p>
            <a:pPr marL="0" lvl="0" indent="0" algn="ctr" rtl="0">
              <a:spcBef>
                <a:spcPts val="0"/>
              </a:spcBef>
              <a:spcAft>
                <a:spcPts val="0"/>
              </a:spcAft>
              <a:buNone/>
            </a:pPr>
            <a:endParaRPr dirty="0"/>
          </a:p>
        </p:txBody>
      </p:sp>
      <p:sp>
        <p:nvSpPr>
          <p:cNvPr id="519" name="Google Shape;519;p75"/>
          <p:cNvSpPr txBox="1">
            <a:spLocks noGrp="1"/>
          </p:cNvSpPr>
          <p:nvPr>
            <p:ph type="body" idx="1"/>
          </p:nvPr>
        </p:nvSpPr>
        <p:spPr>
          <a:xfrm>
            <a:off x="740350" y="1045700"/>
            <a:ext cx="7992300" cy="2991600"/>
          </a:xfrm>
          <a:prstGeom prst="rect">
            <a:avLst/>
          </a:prstGeom>
        </p:spPr>
        <p:txBody>
          <a:bodyPr spcFirstLastPara="1" wrap="square" lIns="68575" tIns="68575" rIns="68575" bIns="68575" anchor="t" anchorCtr="0">
            <a:noAutofit/>
          </a:bodyPr>
          <a:lstStyle/>
          <a:p>
            <a:pPr algn="just"/>
            <a:r>
              <a:rPr lang="en-US" b="1" dirty="0">
                <a:latin typeface="Calibri" panose="020F0502020204030204" pitchFamily="34" charset="0"/>
                <a:ea typeface="Calibri" panose="020F0502020204030204" pitchFamily="34" charset="0"/>
                <a:cs typeface="Calibri" panose="020F0502020204030204" pitchFamily="34" charset="0"/>
              </a:rPr>
              <a:t>Data cleaning created the biggest improvement:</a:t>
            </a:r>
            <a:r>
              <a:rPr lang="en-US" dirty="0">
                <a:latin typeface="Calibri" panose="020F0502020204030204" pitchFamily="34" charset="0"/>
                <a:ea typeface="Calibri" panose="020F0502020204030204" pitchFamily="34" charset="0"/>
                <a:cs typeface="Calibri" panose="020F0502020204030204" pitchFamily="34" charset="0"/>
              </a:rPr>
              <a:t> Raw-data best accuracy was </a:t>
            </a:r>
            <a:r>
              <a:rPr lang="en-US" b="1" dirty="0">
                <a:latin typeface="Calibri" panose="020F0502020204030204" pitchFamily="34" charset="0"/>
                <a:ea typeface="Calibri" panose="020F0502020204030204" pitchFamily="34" charset="0"/>
                <a:cs typeface="Calibri" panose="020F0502020204030204" pitchFamily="34" charset="0"/>
              </a:rPr>
              <a:t>0.6082</a:t>
            </a:r>
            <a:r>
              <a:rPr lang="en-US" dirty="0">
                <a:latin typeface="Calibri" panose="020F0502020204030204" pitchFamily="34" charset="0"/>
                <a:ea typeface="Calibri" panose="020F0502020204030204" pitchFamily="34" charset="0"/>
                <a:cs typeface="Calibri" panose="020F0502020204030204" pitchFamily="34" charset="0"/>
              </a:rPr>
              <a:t>. After impurity removal and proper preprocessing, model performance increased strongly because the models received cleaner learning signals. </a:t>
            </a:r>
          </a:p>
          <a:p>
            <a:pPr algn="just"/>
            <a:r>
              <a:rPr lang="en-US" b="1" dirty="0">
                <a:latin typeface="Calibri" panose="020F0502020204030204" pitchFamily="34" charset="0"/>
                <a:ea typeface="Calibri" panose="020F0502020204030204" pitchFamily="34" charset="0"/>
                <a:cs typeface="Calibri" panose="020F0502020204030204" pitchFamily="34" charset="0"/>
              </a:rPr>
              <a:t>Combined features gave the strongest baseline:</a:t>
            </a:r>
            <a:r>
              <a:rPr lang="en-US" dirty="0">
                <a:latin typeface="Calibri" panose="020F0502020204030204" pitchFamily="34" charset="0"/>
                <a:ea typeface="Calibri" panose="020F0502020204030204" pitchFamily="34" charset="0"/>
                <a:cs typeface="Calibri" panose="020F0502020204030204" pitchFamily="34" charset="0"/>
              </a:rPr>
              <a:t> Numeric-only and categorical-only experiments both performed well. Combining both feature types increased the best baseline accuracy to </a:t>
            </a:r>
            <a:r>
              <a:rPr lang="en-US" b="1" dirty="0">
                <a:latin typeface="Calibri" panose="020F0502020204030204" pitchFamily="34" charset="0"/>
                <a:ea typeface="Calibri" panose="020F0502020204030204" pitchFamily="34" charset="0"/>
                <a:cs typeface="Calibri" panose="020F0502020204030204" pitchFamily="34" charset="0"/>
              </a:rPr>
              <a:t>0.8819</a:t>
            </a:r>
            <a:r>
              <a:rPr lang="en-US" dirty="0">
                <a:latin typeface="Calibri" panose="020F0502020204030204" pitchFamily="34" charset="0"/>
                <a:ea typeface="Calibri" panose="020F0502020204030204" pitchFamily="34" charset="0"/>
                <a:cs typeface="Calibri" panose="020F0502020204030204" pitchFamily="34" charset="0"/>
              </a:rPr>
              <a:t> with Gradient Boosting. This became the reference point for later feature engineering. </a:t>
            </a:r>
          </a:p>
          <a:p>
            <a:pPr algn="just"/>
            <a:r>
              <a:rPr lang="en-US" b="1" dirty="0">
                <a:latin typeface="Calibri" panose="020F0502020204030204" pitchFamily="34" charset="0"/>
                <a:ea typeface="Calibri" panose="020F0502020204030204" pitchFamily="34" charset="0"/>
                <a:cs typeface="Calibri" panose="020F0502020204030204" pitchFamily="34" charset="0"/>
              </a:rPr>
              <a:t>Feature engineering gave final refinement:</a:t>
            </a:r>
            <a:r>
              <a:rPr lang="en-US" dirty="0">
                <a:latin typeface="Calibri" panose="020F0502020204030204" pitchFamily="34" charset="0"/>
                <a:ea typeface="Calibri" panose="020F0502020204030204" pitchFamily="34" charset="0"/>
                <a:cs typeface="Calibri" panose="020F0502020204030204" pitchFamily="34" charset="0"/>
              </a:rPr>
              <a:t> The final version removed the sex/gender column and added capital gain/loss log features, has-capital indicators, capital activity, age group, and occupation income group. These features added extra structure to the dataset. </a:t>
            </a:r>
          </a:p>
          <a:p>
            <a:pPr algn="just"/>
            <a:r>
              <a:rPr lang="en-US" b="1" dirty="0">
                <a:latin typeface="Calibri" panose="020F0502020204030204" pitchFamily="34" charset="0"/>
                <a:ea typeface="Calibri" panose="020F0502020204030204" pitchFamily="34" charset="0"/>
                <a:cs typeface="Calibri" panose="020F0502020204030204" pitchFamily="34" charset="0"/>
              </a:rPr>
              <a:t>Best final model:</a:t>
            </a:r>
            <a:r>
              <a:rPr lang="en-US" dirty="0">
                <a:latin typeface="Calibri" panose="020F0502020204030204" pitchFamily="34" charset="0"/>
                <a:ea typeface="Calibri" panose="020F0502020204030204" pitchFamily="34" charset="0"/>
                <a:cs typeface="Calibri" panose="020F0502020204030204" pitchFamily="34" charset="0"/>
              </a:rPr>
              <a:t> Gradient Boosting was the strongest final model. Final best accuracy improved from </a:t>
            </a:r>
            <a:r>
              <a:rPr lang="en-US" b="1" dirty="0">
                <a:latin typeface="Calibri" panose="020F0502020204030204" pitchFamily="34" charset="0"/>
                <a:ea typeface="Calibri" panose="020F0502020204030204" pitchFamily="34" charset="0"/>
                <a:cs typeface="Calibri" panose="020F0502020204030204" pitchFamily="34" charset="0"/>
              </a:rPr>
              <a:t>0.8819</a:t>
            </a:r>
            <a:r>
              <a:rPr lang="en-US" dirty="0">
                <a:latin typeface="Calibri" panose="020F0502020204030204" pitchFamily="34" charset="0"/>
                <a:ea typeface="Calibri" panose="020F0502020204030204" pitchFamily="34" charset="0"/>
                <a:cs typeface="Calibri" panose="020F0502020204030204" pitchFamily="34" charset="0"/>
              </a:rPr>
              <a:t> baseline to </a:t>
            </a:r>
            <a:r>
              <a:rPr lang="en-US" b="1" dirty="0">
                <a:latin typeface="Calibri" panose="020F0502020204030204" pitchFamily="34" charset="0"/>
                <a:ea typeface="Calibri" panose="020F0502020204030204" pitchFamily="34" charset="0"/>
                <a:cs typeface="Calibri" panose="020F0502020204030204" pitchFamily="34" charset="0"/>
              </a:rPr>
              <a:t>0.8831</a:t>
            </a:r>
            <a:r>
              <a:rPr lang="en-US" dirty="0">
                <a:latin typeface="Calibri" panose="020F0502020204030204" pitchFamily="34" charset="0"/>
                <a:ea typeface="Calibri" panose="020F0502020204030204" pitchFamily="34" charset="0"/>
                <a:cs typeface="Calibri" panose="020F0502020204030204" pitchFamily="34" charset="0"/>
              </a:rPr>
              <a:t> final. The improvement is small but valuable because it came after an already strong cleaned baseline. </a:t>
            </a:r>
          </a:p>
          <a:p>
            <a:pPr marL="0" lvl="0" indent="0" algn="l" rtl="0">
              <a:spcBef>
                <a:spcPts val="0"/>
              </a:spcBef>
              <a:spcAft>
                <a:spcPts val="0"/>
              </a:spcAft>
              <a:buNone/>
            </a:pPr>
            <a:endParaRPr b="1" dirty="0">
              <a:latin typeface="Calibri"/>
              <a:ea typeface="Calibri"/>
              <a:cs typeface="Calibri"/>
              <a:sym typeface="Calibri"/>
            </a:endParaRPr>
          </a:p>
          <a:p>
            <a:pPr marL="0" lvl="0" indent="0" algn="l" rtl="0">
              <a:spcBef>
                <a:spcPts val="0"/>
              </a:spcBef>
              <a:spcAft>
                <a:spcPts val="0"/>
              </a:spcAft>
              <a:buNone/>
            </a:pPr>
            <a:endParaRPr b="1" dirty="0">
              <a:latin typeface="Calibri"/>
              <a:ea typeface="Calibri"/>
              <a:cs typeface="Calibri"/>
              <a:sym typeface="Calibri"/>
            </a:endParaRPr>
          </a:p>
          <a:p>
            <a:pPr marL="457200" lvl="0" indent="0" algn="l" rtl="0">
              <a:spcBef>
                <a:spcPts val="0"/>
              </a:spcBef>
              <a:spcAft>
                <a:spcPts val="0"/>
              </a:spcAft>
              <a:buNone/>
            </a:pPr>
            <a:endParaRPr b="1" dirty="0">
              <a:latin typeface="Calibri"/>
              <a:ea typeface="Calibri"/>
              <a:cs typeface="Calibri"/>
              <a:sym typeface="Calibri"/>
            </a:endParaRPr>
          </a:p>
          <a:p>
            <a:pPr marL="914400" lvl="0" indent="0" algn="just" rtl="0">
              <a:spcBef>
                <a:spcPts val="0"/>
              </a:spcBef>
              <a:spcAft>
                <a:spcPts val="0"/>
              </a:spcAft>
              <a:buNone/>
            </a:pPr>
            <a:endParaRPr b="1" dirty="0">
              <a:latin typeface="Calibri"/>
              <a:ea typeface="Calibri"/>
              <a:cs typeface="Calibri"/>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457200" lvl="0" indent="0" algn="just" rtl="0">
              <a:spcBef>
                <a:spcPts val="0"/>
              </a:spcBef>
              <a:spcAft>
                <a:spcPts val="0"/>
              </a:spcAft>
              <a:buNone/>
            </a:pPr>
            <a:endParaRPr b="1" dirty="0">
              <a:latin typeface="Calibri"/>
              <a:ea typeface="Calibri"/>
              <a:cs typeface="Calibri"/>
              <a:sym typeface="Calibri"/>
            </a:endParaRPr>
          </a:p>
          <a:p>
            <a:pPr marL="0" lvl="0" indent="0" algn="ctr" rtl="0">
              <a:spcBef>
                <a:spcPts val="0"/>
              </a:spcBef>
              <a:spcAft>
                <a:spcPts val="0"/>
              </a:spcAft>
              <a:buNone/>
            </a:pPr>
            <a:endParaRPr sz="2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pic>
        <p:nvPicPr>
          <p:cNvPr id="2" name="Picture 1">
            <a:extLst>
              <a:ext uri="{FF2B5EF4-FFF2-40B4-BE49-F238E27FC236}">
                <a16:creationId xmlns:a16="http://schemas.microsoft.com/office/drawing/2014/main" id="{E37322F1-8CEA-7BC6-76ED-A5457AF6997E}"/>
              </a:ext>
            </a:extLst>
          </p:cNvPr>
          <p:cNvPicPr>
            <a:picLocks noChangeAspect="1"/>
          </p:cNvPicPr>
          <p:nvPr/>
        </p:nvPicPr>
        <p:blipFill>
          <a:blip r:embed="rId3"/>
          <a:stretch>
            <a:fillRect/>
          </a:stretch>
        </p:blipFill>
        <p:spPr>
          <a:xfrm>
            <a:off x="1562421" y="794398"/>
            <a:ext cx="6155267" cy="3334255"/>
          </a:xfrm>
          <a:prstGeom prst="rect">
            <a:avLst/>
          </a:prstGeom>
        </p:spPr>
      </p:pic>
      <p:sp>
        <p:nvSpPr>
          <p:cNvPr id="3" name="TextBox 2">
            <a:extLst>
              <a:ext uri="{FF2B5EF4-FFF2-40B4-BE49-F238E27FC236}">
                <a16:creationId xmlns:a16="http://schemas.microsoft.com/office/drawing/2014/main" id="{4ED07B8E-ED4D-897E-6ABC-5E33FD035C4E}"/>
              </a:ext>
            </a:extLst>
          </p:cNvPr>
          <p:cNvSpPr txBox="1"/>
          <p:nvPr/>
        </p:nvSpPr>
        <p:spPr>
          <a:xfrm>
            <a:off x="2424545" y="4008581"/>
            <a:ext cx="4431021" cy="523220"/>
          </a:xfrm>
          <a:prstGeom prst="rect">
            <a:avLst/>
          </a:prstGeom>
          <a:noFill/>
        </p:spPr>
        <p:txBody>
          <a:bodyPr wrap="none" rtlCol="0">
            <a:spAutoFit/>
          </a:bodyPr>
          <a:lstStyle/>
          <a:p>
            <a:r>
              <a:rPr lang="en-IN" sz="2800" b="1" dirty="0">
                <a:latin typeface="Calibri" panose="020F0502020204030204" pitchFamily="34" charset="0"/>
                <a:ea typeface="Calibri" panose="020F0502020204030204" pitchFamily="34" charset="0"/>
                <a:cs typeface="Calibri" panose="020F0502020204030204" pitchFamily="34" charset="0"/>
              </a:rPr>
              <a:t>Thankyou for Your attention</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3489</Words>
  <Application>Microsoft Office PowerPoint</Application>
  <PresentationFormat>On-screen Show (16:9)</PresentationFormat>
  <Paragraphs>611</Paragraphs>
  <Slides>43</Slides>
  <Notes>43</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43</vt:i4>
      </vt:variant>
    </vt:vector>
  </HeadingPairs>
  <TitlesOfParts>
    <vt:vector size="50" baseType="lpstr">
      <vt:lpstr>Calibri</vt:lpstr>
      <vt:lpstr>Raleway</vt:lpstr>
      <vt:lpstr>Lato</vt:lpstr>
      <vt:lpstr>Arial</vt:lpstr>
      <vt:lpstr>Simple Light</vt:lpstr>
      <vt:lpstr>Office</vt:lpstr>
      <vt:lpstr>Swiss</vt:lpstr>
      <vt:lpstr> Data Science  Masters degree SS26</vt:lpstr>
      <vt:lpstr>Project Description</vt:lpstr>
      <vt:lpstr>PowerPoint Presentation</vt:lpstr>
      <vt:lpstr>EDA First insights</vt:lpstr>
      <vt:lpstr>EDA-Target distribution</vt:lpstr>
      <vt:lpstr>EDA-Numerical features</vt:lpstr>
      <vt:lpstr>EDA-Numerical features interpretation</vt:lpstr>
      <vt:lpstr>EDA-Categorical features</vt:lpstr>
      <vt:lpstr>EDA-Categorical  features interpretation</vt:lpstr>
      <vt:lpstr>EDA-Correlation analysis</vt:lpstr>
      <vt:lpstr>           Missing values detection</vt:lpstr>
      <vt:lpstr>Missing values techniques</vt:lpstr>
      <vt:lpstr>                  Numerical features outliers</vt:lpstr>
      <vt:lpstr>Engineered features techniques</vt:lpstr>
      <vt:lpstr>Engineered features techniques</vt:lpstr>
      <vt:lpstr>Unsupervised learning-Clustering task</vt:lpstr>
      <vt:lpstr>Clustering model </vt:lpstr>
      <vt:lpstr>Clustering raw</vt:lpstr>
      <vt:lpstr>Clustering featured</vt:lpstr>
      <vt:lpstr>Compare 3 models with different K</vt:lpstr>
      <vt:lpstr>Supervised Learning Introduction      </vt:lpstr>
      <vt:lpstr>Supervised Learning in this Project      </vt:lpstr>
      <vt:lpstr>Machine Learning Workflow </vt:lpstr>
      <vt:lpstr>  Brief Introduction to ML Models  </vt:lpstr>
      <vt:lpstr>    </vt:lpstr>
      <vt:lpstr>    </vt:lpstr>
      <vt:lpstr>    </vt:lpstr>
      <vt:lpstr>    </vt:lpstr>
      <vt:lpstr>    </vt:lpstr>
      <vt:lpstr>    </vt:lpstr>
      <vt:lpstr>Raw Data Accuracy Results </vt:lpstr>
      <vt:lpstr>Removing Impurities: Numeric Columns Only  </vt:lpstr>
      <vt:lpstr>Removing Impurities: Categorical Columns Only  </vt:lpstr>
      <vt:lpstr>Combined Numeric and Categorical Columns   </vt:lpstr>
      <vt:lpstr>Removing Noisy Column: Gender   </vt:lpstr>
      <vt:lpstr>Capital Gain/Loss Feature Engineering    </vt:lpstr>
      <vt:lpstr>Occupation Group Feature Engineering    </vt:lpstr>
      <vt:lpstr>Age Group Feature Engineering    </vt:lpstr>
      <vt:lpstr>Education Group Feature Engineering    </vt:lpstr>
      <vt:lpstr>Final Combined Improved Dataset     </vt:lpstr>
      <vt:lpstr>PowerPoint Presentation</vt:lpstr>
      <vt:lpstr>Conclusion: Supervised Learning Results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Ishant</dc:creator>
  <cp:lastModifiedBy>sagarmalik427@gmail.com</cp:lastModifiedBy>
  <cp:revision>2</cp:revision>
  <dcterms:modified xsi:type="dcterms:W3CDTF">2026-09-16T19:03:42Z</dcterms:modified>
</cp:coreProperties>
</file>